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83" r:id="rId2"/>
    <p:sldId id="260" r:id="rId3"/>
    <p:sldId id="284" r:id="rId4"/>
    <p:sldId id="262" r:id="rId5"/>
    <p:sldId id="294" r:id="rId6"/>
    <p:sldId id="288" r:id="rId7"/>
    <p:sldId id="295" r:id="rId8"/>
    <p:sldId id="298" r:id="rId9"/>
    <p:sldId id="297" r:id="rId10"/>
    <p:sldId id="301" r:id="rId11"/>
    <p:sldId id="299" r:id="rId12"/>
    <p:sldId id="265" r:id="rId13"/>
    <p:sldId id="296" r:id="rId14"/>
    <p:sldId id="290" r:id="rId15"/>
    <p:sldId id="287" r:id="rId16"/>
    <p:sldId id="289" r:id="rId17"/>
  </p:sldIdLst>
  <p:sldSz cx="24382413" cy="13716000"/>
  <p:notesSz cx="6858000" cy="9144000"/>
  <p:defaultTex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Vidutinis stilius 2 – paryškinima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p:normalViewPr>
  <p:slideViewPr>
    <p:cSldViewPr snapToGrid="0" snapToObjects="1">
      <p:cViewPr varScale="1">
        <p:scale>
          <a:sx n="30" d="100"/>
          <a:sy n="30" d="100"/>
        </p:scale>
        <p:origin x="908"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D01F65-ADE3-4424-A0F2-5E1F648B8E51}" type="datetimeFigureOut">
              <a:rPr lang="en-US" smtClean="0"/>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3D8D8B-2BC7-463E-BFD7-61670D39E088}" type="slidenum">
              <a:rPr lang="en-US" smtClean="0"/>
              <a:t>‹#›</a:t>
            </a:fld>
            <a:endParaRPr lang="en-US"/>
          </a:p>
        </p:txBody>
      </p:sp>
    </p:spTree>
    <p:extLst>
      <p:ext uri="{BB962C8B-B14F-4D97-AF65-F5344CB8AC3E}">
        <p14:creationId xmlns:p14="http://schemas.microsoft.com/office/powerpoint/2010/main" val="2950093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D3D8D8B-2BC7-463E-BFD7-61670D39E088}" type="slidenum">
              <a:rPr lang="en-US" smtClean="0"/>
              <a:t>10</a:t>
            </a:fld>
            <a:endParaRPr lang="en-US"/>
          </a:p>
        </p:txBody>
      </p:sp>
    </p:spTree>
    <p:extLst>
      <p:ext uri="{BB962C8B-B14F-4D97-AF65-F5344CB8AC3E}">
        <p14:creationId xmlns:p14="http://schemas.microsoft.com/office/powerpoint/2010/main" val="407739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D3D8D8B-2BC7-463E-BFD7-61670D39E088}" type="slidenum">
              <a:rPr lang="en-US" smtClean="0"/>
              <a:t>12</a:t>
            </a:fld>
            <a:endParaRPr lang="en-US"/>
          </a:p>
        </p:txBody>
      </p:sp>
    </p:spTree>
    <p:extLst>
      <p:ext uri="{BB962C8B-B14F-4D97-AF65-F5344CB8AC3E}">
        <p14:creationId xmlns:p14="http://schemas.microsoft.com/office/powerpoint/2010/main" val="1241882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E260-F5D1-6C67-D4E0-059915531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81F14-8B5E-A169-A4EB-9AB31D306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D1728-E3C7-614A-E607-8723F8BEE2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505FBD-C22A-0AE0-C737-8BBDA0B298A6}"/>
              </a:ext>
            </a:extLst>
          </p:cNvPr>
          <p:cNvSpPr>
            <a:spLocks noGrp="1"/>
          </p:cNvSpPr>
          <p:nvPr>
            <p:ph type="sldNum" sz="quarter" idx="5"/>
          </p:nvPr>
        </p:nvSpPr>
        <p:spPr/>
        <p:txBody>
          <a:bodyPr/>
          <a:lstStyle/>
          <a:p>
            <a:fld id="{7D3D8D8B-2BC7-463E-BFD7-61670D39E088}" type="slidenum">
              <a:rPr lang="en-US" smtClean="0"/>
              <a:t>13</a:t>
            </a:fld>
            <a:endParaRPr lang="en-US"/>
          </a:p>
        </p:txBody>
      </p:sp>
    </p:spTree>
    <p:extLst>
      <p:ext uri="{BB962C8B-B14F-4D97-AF65-F5344CB8AC3E}">
        <p14:creationId xmlns:p14="http://schemas.microsoft.com/office/powerpoint/2010/main" val="655322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3859-1C98-51D6-BEC2-AE43053B0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48235-2CAC-9470-1D87-59905DC758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C9DA8-5468-C4A9-CE0A-F2CA0A7D53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FC0538-DBCB-C17E-CA54-B7642FFA7103}"/>
              </a:ext>
            </a:extLst>
          </p:cNvPr>
          <p:cNvSpPr>
            <a:spLocks noGrp="1"/>
          </p:cNvSpPr>
          <p:nvPr>
            <p:ph type="sldNum" sz="quarter" idx="5"/>
          </p:nvPr>
        </p:nvSpPr>
        <p:spPr/>
        <p:txBody>
          <a:bodyPr/>
          <a:lstStyle/>
          <a:p>
            <a:fld id="{7D3D8D8B-2BC7-463E-BFD7-61670D39E088}" type="slidenum">
              <a:rPr lang="en-US" smtClean="0"/>
              <a:t>14</a:t>
            </a:fld>
            <a:endParaRPr lang="en-US"/>
          </a:p>
        </p:txBody>
      </p:sp>
    </p:spTree>
    <p:extLst>
      <p:ext uri="{BB962C8B-B14F-4D97-AF65-F5344CB8AC3E}">
        <p14:creationId xmlns:p14="http://schemas.microsoft.com/office/powerpoint/2010/main" val="597381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41564-06CF-819A-005E-A826C0D3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9A5AF-095D-89B8-6B73-C8BE2D7F4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62977E-F34C-D72B-59DC-8D00F0A8DA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EDF7E1-6759-7612-4861-39D80C2D7558}"/>
              </a:ext>
            </a:extLst>
          </p:cNvPr>
          <p:cNvSpPr>
            <a:spLocks noGrp="1"/>
          </p:cNvSpPr>
          <p:nvPr>
            <p:ph type="sldNum" sz="quarter" idx="5"/>
          </p:nvPr>
        </p:nvSpPr>
        <p:spPr/>
        <p:txBody>
          <a:bodyPr/>
          <a:lstStyle/>
          <a:p>
            <a:fld id="{7D3D8D8B-2BC7-463E-BFD7-61670D39E088}" type="slidenum">
              <a:rPr lang="en-US" smtClean="0"/>
              <a:t>15</a:t>
            </a:fld>
            <a:endParaRPr lang="en-US"/>
          </a:p>
        </p:txBody>
      </p:sp>
    </p:spTree>
    <p:extLst>
      <p:ext uri="{BB962C8B-B14F-4D97-AF65-F5344CB8AC3E}">
        <p14:creationId xmlns:p14="http://schemas.microsoft.com/office/powerpoint/2010/main" val="39853633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A0684-ED1A-6AFD-52FB-75C1FF0BF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31875-61F5-9E18-14A3-E3E5027FA0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E0F85-589D-C489-30BA-7553D33ECD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BF7E29-DD35-CD9D-A14A-715823DC30AD}"/>
              </a:ext>
            </a:extLst>
          </p:cNvPr>
          <p:cNvSpPr>
            <a:spLocks noGrp="1"/>
          </p:cNvSpPr>
          <p:nvPr>
            <p:ph type="sldNum" sz="quarter" idx="5"/>
          </p:nvPr>
        </p:nvSpPr>
        <p:spPr/>
        <p:txBody>
          <a:bodyPr/>
          <a:lstStyle/>
          <a:p>
            <a:fld id="{7D3D8D8B-2BC7-463E-BFD7-61670D39E088}" type="slidenum">
              <a:rPr lang="en-US" smtClean="0"/>
              <a:t>16</a:t>
            </a:fld>
            <a:endParaRPr lang="en-US"/>
          </a:p>
        </p:txBody>
      </p:sp>
    </p:spTree>
    <p:extLst>
      <p:ext uri="{BB962C8B-B14F-4D97-AF65-F5344CB8AC3E}">
        <p14:creationId xmlns:p14="http://schemas.microsoft.com/office/powerpoint/2010/main" val="3330480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7802" y="2244726"/>
            <a:ext cx="18286810" cy="4775200"/>
          </a:xfrm>
        </p:spPr>
        <p:txBody>
          <a:bodyPr anchor="b"/>
          <a:lstStyle>
            <a:lvl1pPr algn="ctr">
              <a:defRPr sz="11999"/>
            </a:lvl1pPr>
          </a:lstStyle>
          <a:p>
            <a:r>
              <a:rPr lang="en-US"/>
              <a:t>Click to edit Master title style</a:t>
            </a:r>
            <a:endParaRPr lang="en-US" dirty="0"/>
          </a:p>
        </p:txBody>
      </p:sp>
      <p:sp>
        <p:nvSpPr>
          <p:cNvPr id="3" name="Subtitle 2"/>
          <p:cNvSpPr>
            <a:spLocks noGrp="1"/>
          </p:cNvSpPr>
          <p:nvPr>
            <p:ph type="subTitle" idx="1"/>
          </p:nvPr>
        </p:nvSpPr>
        <p:spPr>
          <a:xfrm>
            <a:off x="3047802" y="7204076"/>
            <a:ext cx="18286810" cy="3311524"/>
          </a:xfrm>
        </p:spPr>
        <p:txBody>
          <a:bodyPr/>
          <a:lstStyle>
            <a:lvl1pPr marL="0" indent="0" algn="ctr">
              <a:buNone/>
              <a:defRPr sz="4800"/>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F880E5-5F82-415C-9525-1F3631A7AE8F}" type="datetime1">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4027922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D0485C-C0C8-49F5-A85A-1480642569F2}" type="datetime1">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3819468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592" y="3419477"/>
            <a:ext cx="21029831" cy="5705474"/>
          </a:xfrm>
        </p:spPr>
        <p:txBody>
          <a:bodyPr anchor="b"/>
          <a:lstStyle>
            <a:lvl1pPr>
              <a:defRPr sz="11999"/>
            </a:lvl1pPr>
          </a:lstStyle>
          <a:p>
            <a:r>
              <a:rPr lang="en-US"/>
              <a:t>Click to edit Master title style</a:t>
            </a:r>
            <a:endParaRPr lang="en-US" dirty="0"/>
          </a:p>
        </p:txBody>
      </p:sp>
      <p:sp>
        <p:nvSpPr>
          <p:cNvPr id="3" name="Text Placeholder 2"/>
          <p:cNvSpPr>
            <a:spLocks noGrp="1"/>
          </p:cNvSpPr>
          <p:nvPr>
            <p:ph type="body" idx="1"/>
          </p:nvPr>
        </p:nvSpPr>
        <p:spPr>
          <a:xfrm>
            <a:off x="1663592" y="9178927"/>
            <a:ext cx="21029831" cy="3000374"/>
          </a:xfrm>
        </p:spPr>
        <p:txBody>
          <a:bodyPr/>
          <a:lstStyle>
            <a:lvl1pPr marL="0" indent="0">
              <a:buNone/>
              <a:defRPr sz="4800">
                <a:solidFill>
                  <a:schemeClr val="tx1">
                    <a:tint val="75000"/>
                  </a:schemeClr>
                </a:solidFill>
              </a:defRPr>
            </a:lvl1pPr>
            <a:lvl2pPr marL="914354" indent="0">
              <a:buNone/>
              <a:defRPr sz="4000">
                <a:solidFill>
                  <a:schemeClr val="tx1">
                    <a:tint val="75000"/>
                  </a:schemeClr>
                </a:solidFill>
              </a:defRPr>
            </a:lvl2pPr>
            <a:lvl3pPr marL="1828709" indent="0">
              <a:buNone/>
              <a:defRPr sz="3600">
                <a:solidFill>
                  <a:schemeClr val="tx1">
                    <a:tint val="75000"/>
                  </a:schemeClr>
                </a:solidFill>
              </a:defRPr>
            </a:lvl3pPr>
            <a:lvl4pPr marL="2743063" indent="0">
              <a:buNone/>
              <a:defRPr sz="3200">
                <a:solidFill>
                  <a:schemeClr val="tx1">
                    <a:tint val="75000"/>
                  </a:schemeClr>
                </a:solidFill>
              </a:defRPr>
            </a:lvl4pPr>
            <a:lvl5pPr marL="3657417" indent="0">
              <a:buNone/>
              <a:defRPr sz="3200">
                <a:solidFill>
                  <a:schemeClr val="tx1">
                    <a:tint val="75000"/>
                  </a:schemeClr>
                </a:solidFill>
              </a:defRPr>
            </a:lvl5pPr>
            <a:lvl6pPr marL="4571771" indent="0">
              <a:buNone/>
              <a:defRPr sz="3200">
                <a:solidFill>
                  <a:schemeClr val="tx1">
                    <a:tint val="75000"/>
                  </a:schemeClr>
                </a:solidFill>
              </a:defRPr>
            </a:lvl6pPr>
            <a:lvl7pPr marL="5486126" indent="0">
              <a:buNone/>
              <a:defRPr sz="3200">
                <a:solidFill>
                  <a:schemeClr val="tx1">
                    <a:tint val="75000"/>
                  </a:schemeClr>
                </a:solidFill>
              </a:defRPr>
            </a:lvl7pPr>
            <a:lvl8pPr marL="6400480" indent="0">
              <a:buNone/>
              <a:defRPr sz="3200">
                <a:solidFill>
                  <a:schemeClr val="tx1">
                    <a:tint val="75000"/>
                  </a:schemeClr>
                </a:solidFill>
              </a:defRPr>
            </a:lvl8pPr>
            <a:lvl9pPr marL="7314834"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FCA74A8-EEE6-4E2C-969F-BCCD7B351E6C}" type="datetime1">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2742516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676291" y="3651250"/>
            <a:ext cx="10362526" cy="87026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3596" y="3651250"/>
            <a:ext cx="10362526" cy="87026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6162BC-34BB-45B1-BF1A-3FB9ED2801EB}" type="datetime1">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1012468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467" y="730251"/>
            <a:ext cx="21029831"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79467" y="3362326"/>
            <a:ext cx="10314903" cy="1647824"/>
          </a:xfrm>
        </p:spPr>
        <p:txBody>
          <a:bodyPr anchor="b"/>
          <a:lstStyle>
            <a:lvl1pPr marL="0" indent="0">
              <a:buNone/>
              <a:defRPr sz="4800" b="1"/>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Edit Master text styles</a:t>
            </a:r>
          </a:p>
        </p:txBody>
      </p:sp>
      <p:sp>
        <p:nvSpPr>
          <p:cNvPr id="4" name="Content Placeholder 3"/>
          <p:cNvSpPr>
            <a:spLocks noGrp="1"/>
          </p:cNvSpPr>
          <p:nvPr>
            <p:ph sz="half" idx="2"/>
          </p:nvPr>
        </p:nvSpPr>
        <p:spPr>
          <a:xfrm>
            <a:off x="1679467" y="5010150"/>
            <a:ext cx="10314903" cy="73691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343597" y="3362326"/>
            <a:ext cx="10365701" cy="1647824"/>
          </a:xfrm>
        </p:spPr>
        <p:txBody>
          <a:bodyPr anchor="b"/>
          <a:lstStyle>
            <a:lvl1pPr marL="0" indent="0">
              <a:buNone/>
              <a:defRPr sz="4800" b="1"/>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Edit Master text styles</a:t>
            </a:r>
          </a:p>
        </p:txBody>
      </p:sp>
      <p:sp>
        <p:nvSpPr>
          <p:cNvPr id="6" name="Content Placeholder 5"/>
          <p:cNvSpPr>
            <a:spLocks noGrp="1"/>
          </p:cNvSpPr>
          <p:nvPr>
            <p:ph sz="quarter" idx="4"/>
          </p:nvPr>
        </p:nvSpPr>
        <p:spPr>
          <a:xfrm>
            <a:off x="12343597" y="5010150"/>
            <a:ext cx="10365701" cy="73691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B5E9F1-B21A-41A2-B2F0-56E2FDED885B}" type="datetime1">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173504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579879-1CA8-4A23-B24B-EC9F3C303221}" type="datetime1">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531303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B6C98E-CCA0-4AF2-8099-7186DF10A5E7}" type="datetime1">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4049622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468" y="914400"/>
            <a:ext cx="7863962" cy="3200400"/>
          </a:xfrm>
        </p:spPr>
        <p:txBody>
          <a:bodyPr anchor="b"/>
          <a:lstStyle>
            <a:lvl1pPr>
              <a:defRPr sz="6400"/>
            </a:lvl1pPr>
          </a:lstStyle>
          <a:p>
            <a:r>
              <a:rPr lang="en-US"/>
              <a:t>Click to edit Master title style</a:t>
            </a:r>
            <a:endParaRPr lang="en-US" dirty="0"/>
          </a:p>
        </p:txBody>
      </p:sp>
      <p:sp>
        <p:nvSpPr>
          <p:cNvPr id="3" name="Content Placeholder 2"/>
          <p:cNvSpPr>
            <a:spLocks noGrp="1"/>
          </p:cNvSpPr>
          <p:nvPr>
            <p:ph idx="1"/>
          </p:nvPr>
        </p:nvSpPr>
        <p:spPr>
          <a:xfrm>
            <a:off x="10365701" y="1974851"/>
            <a:ext cx="1234359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679468" y="4114800"/>
            <a:ext cx="7863962" cy="7623176"/>
          </a:xfrm>
        </p:spPr>
        <p:txBody>
          <a:bodyPr/>
          <a:lstStyle>
            <a:lvl1pPr marL="0" indent="0">
              <a:buNone/>
              <a:defRPr sz="3200"/>
            </a:lvl1pPr>
            <a:lvl2pPr marL="914354" indent="0">
              <a:buNone/>
              <a:defRPr sz="2800"/>
            </a:lvl2pPr>
            <a:lvl3pPr marL="1828709" indent="0">
              <a:buNone/>
              <a:defRPr sz="2400"/>
            </a:lvl3pPr>
            <a:lvl4pPr marL="2743063" indent="0">
              <a:buNone/>
              <a:defRPr sz="2000"/>
            </a:lvl4pPr>
            <a:lvl5pPr marL="3657417" indent="0">
              <a:buNone/>
              <a:defRPr sz="2000"/>
            </a:lvl5pPr>
            <a:lvl6pPr marL="4571771" indent="0">
              <a:buNone/>
              <a:defRPr sz="2000"/>
            </a:lvl6pPr>
            <a:lvl7pPr marL="5486126" indent="0">
              <a:buNone/>
              <a:defRPr sz="2000"/>
            </a:lvl7pPr>
            <a:lvl8pPr marL="6400480" indent="0">
              <a:buNone/>
              <a:defRPr sz="2000"/>
            </a:lvl8pPr>
            <a:lvl9pPr marL="7314834" indent="0">
              <a:buNone/>
              <a:defRPr sz="2000"/>
            </a:lvl9pPr>
          </a:lstStyle>
          <a:p>
            <a:pPr lvl="0"/>
            <a:r>
              <a:rPr lang="en-US"/>
              <a:t>Edit Master text styles</a:t>
            </a:r>
          </a:p>
        </p:txBody>
      </p:sp>
      <p:sp>
        <p:nvSpPr>
          <p:cNvPr id="5" name="Date Placeholder 4"/>
          <p:cNvSpPr>
            <a:spLocks noGrp="1"/>
          </p:cNvSpPr>
          <p:nvPr>
            <p:ph type="dt" sz="half" idx="10"/>
          </p:nvPr>
        </p:nvSpPr>
        <p:spPr/>
        <p:txBody>
          <a:bodyPr/>
          <a:lstStyle/>
          <a:p>
            <a:fld id="{BED2C339-A0F1-478A-AFF9-60088043FEBD}" type="datetime1">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1974911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468" y="914400"/>
            <a:ext cx="7863962" cy="3200400"/>
          </a:xfrm>
        </p:spPr>
        <p:txBody>
          <a:bodyPr anchor="b"/>
          <a:lstStyle>
            <a:lvl1pPr>
              <a:defRPr sz="6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365701" y="1974851"/>
            <a:ext cx="12343597" cy="9747250"/>
          </a:xfrm>
        </p:spPr>
        <p:txBody>
          <a:bodyPr anchor="t"/>
          <a:lstStyle>
            <a:lvl1pPr marL="0" indent="0">
              <a:buNone/>
              <a:defRPr sz="6400"/>
            </a:lvl1pPr>
            <a:lvl2pPr marL="914354" indent="0">
              <a:buNone/>
              <a:defRPr sz="5600"/>
            </a:lvl2pPr>
            <a:lvl3pPr marL="1828709" indent="0">
              <a:buNone/>
              <a:defRPr sz="4800"/>
            </a:lvl3pPr>
            <a:lvl4pPr marL="2743063" indent="0">
              <a:buNone/>
              <a:defRPr sz="4000"/>
            </a:lvl4pPr>
            <a:lvl5pPr marL="3657417" indent="0">
              <a:buNone/>
              <a:defRPr sz="4000"/>
            </a:lvl5pPr>
            <a:lvl6pPr marL="4571771" indent="0">
              <a:buNone/>
              <a:defRPr sz="4000"/>
            </a:lvl6pPr>
            <a:lvl7pPr marL="5486126" indent="0">
              <a:buNone/>
              <a:defRPr sz="4000"/>
            </a:lvl7pPr>
            <a:lvl8pPr marL="6400480" indent="0">
              <a:buNone/>
              <a:defRPr sz="4000"/>
            </a:lvl8pPr>
            <a:lvl9pPr marL="7314834"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679468" y="4114800"/>
            <a:ext cx="7863962" cy="7623176"/>
          </a:xfrm>
        </p:spPr>
        <p:txBody>
          <a:bodyPr/>
          <a:lstStyle>
            <a:lvl1pPr marL="0" indent="0">
              <a:buNone/>
              <a:defRPr sz="3200"/>
            </a:lvl1pPr>
            <a:lvl2pPr marL="914354" indent="0">
              <a:buNone/>
              <a:defRPr sz="2800"/>
            </a:lvl2pPr>
            <a:lvl3pPr marL="1828709" indent="0">
              <a:buNone/>
              <a:defRPr sz="2400"/>
            </a:lvl3pPr>
            <a:lvl4pPr marL="2743063" indent="0">
              <a:buNone/>
              <a:defRPr sz="2000"/>
            </a:lvl4pPr>
            <a:lvl5pPr marL="3657417" indent="0">
              <a:buNone/>
              <a:defRPr sz="2000"/>
            </a:lvl5pPr>
            <a:lvl6pPr marL="4571771" indent="0">
              <a:buNone/>
              <a:defRPr sz="2000"/>
            </a:lvl6pPr>
            <a:lvl7pPr marL="5486126" indent="0">
              <a:buNone/>
              <a:defRPr sz="2000"/>
            </a:lvl7pPr>
            <a:lvl8pPr marL="6400480" indent="0">
              <a:buNone/>
              <a:defRPr sz="2000"/>
            </a:lvl8pPr>
            <a:lvl9pPr marL="7314834" indent="0">
              <a:buNone/>
              <a:defRPr sz="2000"/>
            </a:lvl9pPr>
          </a:lstStyle>
          <a:p>
            <a:pPr lvl="0"/>
            <a:r>
              <a:rPr lang="en-US"/>
              <a:t>Edit Master text styles</a:t>
            </a:r>
          </a:p>
        </p:txBody>
      </p:sp>
      <p:sp>
        <p:nvSpPr>
          <p:cNvPr id="5" name="Date Placeholder 4"/>
          <p:cNvSpPr>
            <a:spLocks noGrp="1"/>
          </p:cNvSpPr>
          <p:nvPr>
            <p:ph type="dt" sz="half" idx="10"/>
          </p:nvPr>
        </p:nvSpPr>
        <p:spPr/>
        <p:txBody>
          <a:bodyPr/>
          <a:lstStyle/>
          <a:p>
            <a:fld id="{8DB4C5FF-1ED0-424D-BFE3-4CED3A90D626}" type="datetime1">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2203882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287B1D-AF4C-43BA-A2CC-3D3995A8E269}" type="datetime1">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3989608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8664" y="730250"/>
            <a:ext cx="5257458"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291" y="730250"/>
            <a:ext cx="15467593" cy="1162367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A15F11-500F-40CB-A231-56DAC8067F9F}" type="datetime1">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B01A02-16AD-7D4A-AF4C-AE522BCC74EA}" type="slidenum">
              <a:rPr lang="en-US" smtClean="0"/>
              <a:t>‹#›</a:t>
            </a:fld>
            <a:endParaRPr lang="en-US"/>
          </a:p>
        </p:txBody>
      </p:sp>
    </p:spTree>
    <p:extLst>
      <p:ext uri="{BB962C8B-B14F-4D97-AF65-F5344CB8AC3E}">
        <p14:creationId xmlns:p14="http://schemas.microsoft.com/office/powerpoint/2010/main" val="4164294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9190BF23-92F6-4A4D-B279-6F5D5BFDB7CE}" type="datetime1">
              <a:rPr lang="en-US" smtClean="0"/>
              <a:t>5/12/2026</a:t>
            </a:fld>
            <a:endParaRPr 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29B01A02-16AD-7D4A-AF4C-AE522BCC74EA}" type="slidenum">
              <a:rPr lang="en-US" smtClean="0"/>
              <a:t>‹#›</a:t>
            </a:fld>
            <a:endParaRPr lang="en-US"/>
          </a:p>
        </p:txBody>
      </p:sp>
    </p:spTree>
    <p:extLst>
      <p:ext uri="{BB962C8B-B14F-4D97-AF65-F5344CB8AC3E}">
        <p14:creationId xmlns:p14="http://schemas.microsoft.com/office/powerpoint/2010/main" val="1000443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1828709"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E0B80-F81A-D49A-119B-F905D2BCFCCB}"/>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64FE7324-A5A4-275B-DDD2-4D3079FCDC01}"/>
              </a:ext>
            </a:extLst>
          </p:cNvPr>
          <p:cNvSpPr>
            <a:spLocks noGrp="1"/>
          </p:cNvSpPr>
          <p:nvPr>
            <p:ph type="title"/>
          </p:nvPr>
        </p:nvSpPr>
        <p:spPr>
          <a:xfrm>
            <a:off x="1676290" y="4395418"/>
            <a:ext cx="21029831" cy="2651126"/>
          </a:xfrm>
        </p:spPr>
        <p:txBody>
          <a:bodyPr>
            <a:normAutofit/>
          </a:bodyPr>
          <a:lstStyle/>
          <a:p>
            <a:pPr algn="ctr"/>
            <a:r>
              <a:rPr lang="en-US" sz="5900" b="1" dirty="0" err="1">
                <a:latin typeface="Arial" panose="020B0604020202020204" pitchFamily="34" charset="0"/>
                <a:ea typeface="Inter" panose="020B0502030000000004" pitchFamily="34" charset="0"/>
                <a:cs typeface="Arial" panose="020B0604020202020204" pitchFamily="34" charset="0"/>
              </a:rPr>
              <a:t>Laisvalaikio</a:t>
            </a:r>
            <a:r>
              <a:rPr lang="en-US" sz="5900" b="1" dirty="0">
                <a:latin typeface="Arial" panose="020B0604020202020204" pitchFamily="34" charset="0"/>
                <a:ea typeface="Inter" panose="020B0502030000000004" pitchFamily="34" charset="0"/>
                <a:cs typeface="Arial" panose="020B0604020202020204" pitchFamily="34" charset="0"/>
              </a:rPr>
              <a:t> </a:t>
            </a:r>
            <a:r>
              <a:rPr lang="en-US" sz="5900" b="1" dirty="0" err="1">
                <a:latin typeface="Arial" panose="020B0604020202020204" pitchFamily="34" charset="0"/>
                <a:ea typeface="Inter" panose="020B0502030000000004" pitchFamily="34" charset="0"/>
                <a:cs typeface="Arial" panose="020B0604020202020204" pitchFamily="34" charset="0"/>
              </a:rPr>
              <a:t>įrangos</a:t>
            </a:r>
            <a:r>
              <a:rPr lang="en-US" sz="5900" b="1" dirty="0">
                <a:latin typeface="Arial" panose="020B0604020202020204" pitchFamily="34" charset="0"/>
                <a:ea typeface="Inter" panose="020B0502030000000004" pitchFamily="34" charset="0"/>
                <a:cs typeface="Arial" panose="020B0604020202020204" pitchFamily="34" charset="0"/>
              </a:rPr>
              <a:t> </a:t>
            </a:r>
            <a:r>
              <a:rPr lang="en-US" sz="5900" b="1" dirty="0" err="1">
                <a:latin typeface="Arial" panose="020B0604020202020204" pitchFamily="34" charset="0"/>
                <a:ea typeface="Inter" panose="020B0502030000000004" pitchFamily="34" charset="0"/>
                <a:cs typeface="Arial" panose="020B0604020202020204" pitchFamily="34" charset="0"/>
              </a:rPr>
              <a:t>dalinimosi</a:t>
            </a:r>
            <a:r>
              <a:rPr lang="en-US" sz="5900" b="1" dirty="0">
                <a:latin typeface="Arial" panose="020B0604020202020204" pitchFamily="34" charset="0"/>
                <a:ea typeface="Inter" panose="020B0502030000000004" pitchFamily="34" charset="0"/>
                <a:cs typeface="Arial" panose="020B0604020202020204" pitchFamily="34" charset="0"/>
              </a:rPr>
              <a:t> </a:t>
            </a:r>
            <a:r>
              <a:rPr lang="en-US" sz="5900" b="1" dirty="0" err="1">
                <a:latin typeface="Arial" panose="020B0604020202020204" pitchFamily="34" charset="0"/>
                <a:ea typeface="Inter" panose="020B0502030000000004" pitchFamily="34" charset="0"/>
                <a:cs typeface="Arial" panose="020B0604020202020204" pitchFamily="34" charset="0"/>
              </a:rPr>
              <a:t>platforma</a:t>
            </a:r>
            <a:endParaRPr lang="en-US" sz="5900" b="1" dirty="0">
              <a:latin typeface="Arial" panose="020B0604020202020204" pitchFamily="34" charset="0"/>
              <a:ea typeface="Inter" panose="020B0502030000000004" pitchFamily="34" charset="0"/>
              <a:cs typeface="Arial" panose="020B0604020202020204" pitchFamily="34" charset="0"/>
            </a:endParaRPr>
          </a:p>
        </p:txBody>
      </p:sp>
      <p:pic>
        <p:nvPicPr>
          <p:cNvPr id="3" name="Paveikslėlis 2">
            <a:extLst>
              <a:ext uri="{FF2B5EF4-FFF2-40B4-BE49-F238E27FC236}">
                <a16:creationId xmlns:a16="http://schemas.microsoft.com/office/drawing/2014/main" id="{4F3B9C7A-A152-538B-44A1-1728EFAA5F77}"/>
              </a:ext>
            </a:extLst>
          </p:cNvPr>
          <p:cNvPicPr>
            <a:picLocks noChangeAspect="1"/>
          </p:cNvPicPr>
          <p:nvPr/>
        </p:nvPicPr>
        <p:blipFill>
          <a:blip r:embed="rId2"/>
          <a:stretch>
            <a:fillRect/>
          </a:stretch>
        </p:blipFill>
        <p:spPr>
          <a:xfrm>
            <a:off x="971155" y="711593"/>
            <a:ext cx="2333625" cy="2667000"/>
          </a:xfrm>
          <a:prstGeom prst="rect">
            <a:avLst/>
          </a:prstGeom>
        </p:spPr>
      </p:pic>
      <p:sp>
        <p:nvSpPr>
          <p:cNvPr id="5" name="TextBox 4">
            <a:extLst>
              <a:ext uri="{FF2B5EF4-FFF2-40B4-BE49-F238E27FC236}">
                <a16:creationId xmlns:a16="http://schemas.microsoft.com/office/drawing/2014/main" id="{1D44D6B1-5BF0-31C8-4354-1ECC56725FC7}"/>
              </a:ext>
            </a:extLst>
          </p:cNvPr>
          <p:cNvSpPr txBox="1"/>
          <p:nvPr/>
        </p:nvSpPr>
        <p:spPr>
          <a:xfrm>
            <a:off x="17533715" y="7854896"/>
            <a:ext cx="6070563" cy="4303807"/>
          </a:xfrm>
          <a:prstGeom prst="rect">
            <a:avLst/>
          </a:prstGeom>
          <a:noFill/>
        </p:spPr>
        <p:txBody>
          <a:bodyPr wrap="square" rtlCol="0">
            <a:spAutoFit/>
          </a:bodyPr>
          <a:lstStyle/>
          <a:p>
            <a:r>
              <a:rPr lang="lt-LT" dirty="0"/>
              <a:t>Projekto autorius:</a:t>
            </a:r>
            <a:br>
              <a:rPr lang="lt-LT" dirty="0"/>
            </a:br>
            <a:r>
              <a:rPr lang="lt-LT" dirty="0"/>
              <a:t>Redas Niuklys IFF-2/3</a:t>
            </a:r>
            <a:br>
              <a:rPr lang="lt-LT" dirty="0"/>
            </a:br>
            <a:br>
              <a:rPr lang="lt-LT" dirty="0"/>
            </a:br>
            <a:r>
              <a:rPr lang="lt-LT" dirty="0"/>
              <a:t>Vadovas:</a:t>
            </a:r>
          </a:p>
          <a:p>
            <a:r>
              <a:rPr lang="lt-LT" dirty="0"/>
              <a:t>A</a:t>
            </a:r>
            <a:r>
              <a:rPr lang="en-GB" dirty="0"/>
              <a:t>sist. dr. </a:t>
            </a:r>
            <a:r>
              <a:rPr lang="en-GB" dirty="0" err="1"/>
              <a:t>Žitkus</a:t>
            </a:r>
            <a:r>
              <a:rPr lang="lt-LT" dirty="0"/>
              <a:t> </a:t>
            </a:r>
            <a:r>
              <a:rPr lang="en-GB" dirty="0"/>
              <a:t>Voldemaras</a:t>
            </a:r>
            <a:br>
              <a:rPr lang="lt-LT" b="0" i="0" dirty="0">
                <a:solidFill>
                  <a:srgbClr val="000000"/>
                </a:solidFill>
                <a:effectLst/>
                <a:latin typeface="pf_dintext_promedium"/>
              </a:rPr>
            </a:br>
            <a:endParaRPr lang="lt-LT" b="0" i="0" dirty="0">
              <a:solidFill>
                <a:srgbClr val="000000"/>
              </a:solidFill>
              <a:effectLst/>
              <a:latin typeface="pf_dintext_promedium"/>
            </a:endParaRPr>
          </a:p>
          <a:p>
            <a:r>
              <a:rPr lang="lt-LT" dirty="0"/>
              <a:t>Recenzentas:</a:t>
            </a:r>
          </a:p>
          <a:p>
            <a:pPr>
              <a:lnSpc>
                <a:spcPts val="2175"/>
              </a:lnSpc>
              <a:spcAft>
                <a:spcPts val="2400"/>
              </a:spcAft>
            </a:pPr>
            <a:r>
              <a:rPr lang="lt-LT" dirty="0"/>
              <a:t>doc. pr. Mažutienė Rasa</a:t>
            </a:r>
            <a:endParaRPr lang="lt-LT" b="0" i="0" dirty="0">
              <a:solidFill>
                <a:srgbClr val="000000"/>
              </a:solidFill>
              <a:effectLst/>
              <a:latin typeface="pf_dintext_promedium"/>
            </a:endParaRPr>
          </a:p>
        </p:txBody>
      </p:sp>
      <p:sp>
        <p:nvSpPr>
          <p:cNvPr id="2" name="Slide Number Placeholder 1">
            <a:extLst>
              <a:ext uri="{FF2B5EF4-FFF2-40B4-BE49-F238E27FC236}">
                <a16:creationId xmlns:a16="http://schemas.microsoft.com/office/drawing/2014/main" id="{83407A3A-65EB-7846-D597-BC7375A30B48}"/>
              </a:ext>
            </a:extLst>
          </p:cNvPr>
          <p:cNvSpPr>
            <a:spLocks noGrp="1"/>
          </p:cNvSpPr>
          <p:nvPr>
            <p:ph type="sldNum" sz="quarter" idx="12"/>
          </p:nvPr>
        </p:nvSpPr>
        <p:spPr/>
        <p:txBody>
          <a:bodyPr/>
          <a:lstStyle/>
          <a:p>
            <a:fld id="{29B01A02-16AD-7D4A-AF4C-AE522BCC74EA}" type="slidenum">
              <a:rPr lang="en-US" sz="3600" smtClean="0"/>
              <a:t>1</a:t>
            </a:fld>
            <a:endParaRPr lang="en-US" sz="3600" dirty="0"/>
          </a:p>
        </p:txBody>
      </p:sp>
    </p:spTree>
    <p:extLst>
      <p:ext uri="{BB962C8B-B14F-4D97-AF65-F5344CB8AC3E}">
        <p14:creationId xmlns:p14="http://schemas.microsoft.com/office/powerpoint/2010/main" val="664121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6121B6A2-C29B-9B4B-8496-145AB346EA28}"/>
              </a:ext>
            </a:extLst>
          </p:cNvPr>
          <p:cNvSpPr txBox="1"/>
          <p:nvPr/>
        </p:nvSpPr>
        <p:spPr>
          <a:xfrm>
            <a:off x="751699" y="4099033"/>
            <a:ext cx="11592701" cy="1166281"/>
          </a:xfrm>
          <a:prstGeom prst="rect">
            <a:avLst/>
          </a:prstGeom>
          <a:noFill/>
        </p:spPr>
        <p:txBody>
          <a:bodyPr wrap="square" rtlCol="0">
            <a:spAutoFit/>
          </a:bodyPr>
          <a:lstStyle/>
          <a:p>
            <a:pPr>
              <a:lnSpc>
                <a:spcPct val="110000"/>
              </a:lnSpc>
            </a:pPr>
            <a:r>
              <a:rPr lang="lt-LT" sz="3300" b="1" dirty="0">
                <a:latin typeface="Arial" panose="020B0604020202020204" pitchFamily="34" charset="0"/>
                <a:ea typeface="Inter" panose="020B0502030000000004" pitchFamily="34" charset="0"/>
                <a:cs typeface="Arial" panose="020B0604020202020204" pitchFamily="34" charset="0"/>
              </a:rPr>
              <a:t>Tikslas</a:t>
            </a:r>
            <a:r>
              <a:rPr lang="lt-LT" sz="3300" dirty="0">
                <a:latin typeface="Arial" panose="020B0604020202020204" pitchFamily="34" charset="0"/>
                <a:ea typeface="Inter" panose="020B0502030000000004" pitchFamily="34" charset="0"/>
                <a:cs typeface="Arial" panose="020B0604020202020204" pitchFamily="34" charset="0"/>
              </a:rPr>
              <a:t> – sukurti platformą, kurioje naudotojai gali paprastai, patogiai ir susistemintai dalintis turima laisvalaikio įranga.</a:t>
            </a:r>
            <a:endParaRPr lang="en-US" sz="3300" dirty="0">
              <a:latin typeface="Arial" panose="020B0604020202020204" pitchFamily="34" charset="0"/>
              <a:ea typeface="Inter" panose="020B0502030000000004" pitchFamily="34" charset="0"/>
              <a:cs typeface="Arial" panose="020B0604020202020204" pitchFamily="34" charset="0"/>
            </a:endParaRPr>
          </a:p>
        </p:txBody>
      </p:sp>
      <p:sp>
        <p:nvSpPr>
          <p:cNvPr id="15" name="Title 1">
            <a:extLst>
              <a:ext uri="{FF2B5EF4-FFF2-40B4-BE49-F238E27FC236}">
                <a16:creationId xmlns:a16="http://schemas.microsoft.com/office/drawing/2014/main" id="{9BA6AB28-D573-2C47-AF19-81BDD53F9D20}"/>
              </a:ext>
            </a:extLst>
          </p:cNvPr>
          <p:cNvSpPr>
            <a:spLocks noGrp="1"/>
          </p:cNvSpPr>
          <p:nvPr>
            <p:ph type="title"/>
          </p:nvPr>
        </p:nvSpPr>
        <p:spPr>
          <a:xfrm>
            <a:off x="3631216" y="225754"/>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Darbo tikslas ir uždaviniai</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4" name="TextBox 3">
            <a:extLst>
              <a:ext uri="{FF2B5EF4-FFF2-40B4-BE49-F238E27FC236}">
                <a16:creationId xmlns:a16="http://schemas.microsoft.com/office/drawing/2014/main" id="{82A7F00F-3DD8-8D0E-2B0D-259F577D7B53}"/>
              </a:ext>
            </a:extLst>
          </p:cNvPr>
          <p:cNvSpPr txBox="1"/>
          <p:nvPr/>
        </p:nvSpPr>
        <p:spPr>
          <a:xfrm>
            <a:off x="804671" y="7046082"/>
            <a:ext cx="11592701" cy="3970318"/>
          </a:xfrm>
          <a:prstGeom prst="rect">
            <a:avLst/>
          </a:prstGeom>
          <a:noFill/>
        </p:spPr>
        <p:txBody>
          <a:bodyPr wrap="square" rtlCol="0">
            <a:spAutoFit/>
          </a:bodyPr>
          <a:lstStyle/>
          <a:p>
            <a:r>
              <a:rPr lang="lt-LT" b="1" dirty="0"/>
              <a:t>Uždaviniai</a:t>
            </a:r>
          </a:p>
          <a:p>
            <a:endParaRPr lang="lt-LT" b="1" dirty="0"/>
          </a:p>
          <a:p>
            <a:pPr marL="742950" indent="-742950">
              <a:buFont typeface="+mj-lt"/>
              <a:buAutoNum type="arabicPeriod"/>
            </a:pPr>
            <a:r>
              <a:rPr lang="lt-LT" dirty="0"/>
              <a:t>Atlikti konkurentų analizę</a:t>
            </a:r>
          </a:p>
          <a:p>
            <a:pPr marL="742950" indent="-742950">
              <a:buFont typeface="+mj-lt"/>
              <a:buAutoNum type="arabicPeriod"/>
            </a:pPr>
            <a:r>
              <a:rPr lang="lt-LT" dirty="0"/>
              <a:t>Suprojektuoti ir sumodeliuoti platformos struktūrą</a:t>
            </a:r>
          </a:p>
          <a:p>
            <a:pPr marL="742950" indent="-742950">
              <a:buFont typeface="+mj-lt"/>
              <a:buAutoNum type="arabicPeriod"/>
            </a:pPr>
            <a:r>
              <a:rPr lang="lt-LT" dirty="0"/>
              <a:t>Realizuoti suprojektuotą sistemą</a:t>
            </a:r>
          </a:p>
          <a:p>
            <a:pPr marL="742950" indent="-742950">
              <a:buFont typeface="+mj-lt"/>
              <a:buAutoNum type="arabicPeriod"/>
            </a:pPr>
            <a:r>
              <a:rPr lang="lt-LT" dirty="0"/>
              <a:t>Sistemą patalpinti debesijos paslaugų platformoje</a:t>
            </a:r>
          </a:p>
          <a:p>
            <a:pPr marL="742950" indent="-742950">
              <a:buFont typeface="+mj-lt"/>
              <a:buAutoNum type="arabicPeriod"/>
            </a:pPr>
            <a:r>
              <a:rPr lang="lt-LT" dirty="0"/>
              <a:t>Ištestuoti sukurtą platformą ir parengti naudotojo vadovą</a:t>
            </a:r>
          </a:p>
        </p:txBody>
      </p:sp>
      <p:sp>
        <p:nvSpPr>
          <p:cNvPr id="2" name="Slide Number Placeholder 1">
            <a:extLst>
              <a:ext uri="{FF2B5EF4-FFF2-40B4-BE49-F238E27FC236}">
                <a16:creationId xmlns:a16="http://schemas.microsoft.com/office/drawing/2014/main" id="{7B09A046-03EB-E94A-434A-5C00D3E3B311}"/>
              </a:ext>
            </a:extLst>
          </p:cNvPr>
          <p:cNvSpPr>
            <a:spLocks noGrp="1"/>
          </p:cNvSpPr>
          <p:nvPr>
            <p:ph type="sldNum" sz="quarter" idx="12"/>
          </p:nvPr>
        </p:nvSpPr>
        <p:spPr/>
        <p:txBody>
          <a:bodyPr/>
          <a:lstStyle/>
          <a:p>
            <a:fld id="{29B01A02-16AD-7D4A-AF4C-AE522BCC74EA}" type="slidenum">
              <a:rPr lang="en-US" sz="3600" smtClean="0"/>
              <a:t>2</a:t>
            </a:fld>
            <a:endParaRPr lang="en-US" sz="3200" dirty="0"/>
          </a:p>
        </p:txBody>
      </p:sp>
    </p:spTree>
    <p:extLst>
      <p:ext uri="{BB962C8B-B14F-4D97-AF65-F5344CB8AC3E}">
        <p14:creationId xmlns:p14="http://schemas.microsoft.com/office/powerpoint/2010/main" val="2374891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5BAF48F-EA13-384E-B2A8-55AB1F07BB2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8848CFA-43A7-8871-FD39-C69A742A9C28}"/>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Konkurentų analizė</a:t>
            </a:r>
            <a:endParaRPr lang="en-US" sz="5900" b="1" dirty="0">
              <a:latin typeface="Arial" panose="020B0604020202020204" pitchFamily="34" charset="0"/>
              <a:ea typeface="Inter" panose="020B0502030000000004" pitchFamily="34" charset="0"/>
              <a:cs typeface="Arial" panose="020B0604020202020204" pitchFamily="34" charset="0"/>
            </a:endParaRPr>
          </a:p>
        </p:txBody>
      </p:sp>
      <p:graphicFrame>
        <p:nvGraphicFramePr>
          <p:cNvPr id="2" name="Lentelė 1">
            <a:extLst>
              <a:ext uri="{FF2B5EF4-FFF2-40B4-BE49-F238E27FC236}">
                <a16:creationId xmlns:a16="http://schemas.microsoft.com/office/drawing/2014/main" id="{056997D9-B9F7-D84F-CCDB-C50C96CB58F6}"/>
              </a:ext>
            </a:extLst>
          </p:cNvPr>
          <p:cNvGraphicFramePr>
            <a:graphicFrameLocks noGrp="1"/>
          </p:cNvGraphicFramePr>
          <p:nvPr>
            <p:extLst>
              <p:ext uri="{D42A27DB-BD31-4B8C-83A1-F6EECF244321}">
                <p14:modId xmlns:p14="http://schemas.microsoft.com/office/powerpoint/2010/main" val="18920443"/>
              </p:ext>
            </p:extLst>
          </p:nvPr>
        </p:nvGraphicFramePr>
        <p:xfrm>
          <a:off x="671664" y="4773168"/>
          <a:ext cx="23039084" cy="6803136"/>
        </p:xfrm>
        <a:graphic>
          <a:graphicData uri="http://schemas.openxmlformats.org/drawingml/2006/table">
            <a:tbl>
              <a:tblPr firstRow="1" bandRow="1">
                <a:tableStyleId>{5C22544A-7EE6-4342-B048-85BDC9FD1C3A}</a:tableStyleId>
              </a:tblPr>
              <a:tblGrid>
                <a:gridCol w="5759771">
                  <a:extLst>
                    <a:ext uri="{9D8B030D-6E8A-4147-A177-3AD203B41FA5}">
                      <a16:colId xmlns:a16="http://schemas.microsoft.com/office/drawing/2014/main" val="158715264"/>
                    </a:ext>
                  </a:extLst>
                </a:gridCol>
                <a:gridCol w="5759771">
                  <a:extLst>
                    <a:ext uri="{9D8B030D-6E8A-4147-A177-3AD203B41FA5}">
                      <a16:colId xmlns:a16="http://schemas.microsoft.com/office/drawing/2014/main" val="347874562"/>
                    </a:ext>
                  </a:extLst>
                </a:gridCol>
                <a:gridCol w="5759771">
                  <a:extLst>
                    <a:ext uri="{9D8B030D-6E8A-4147-A177-3AD203B41FA5}">
                      <a16:colId xmlns:a16="http://schemas.microsoft.com/office/drawing/2014/main" val="3280367153"/>
                    </a:ext>
                  </a:extLst>
                </a:gridCol>
                <a:gridCol w="5759771">
                  <a:extLst>
                    <a:ext uri="{9D8B030D-6E8A-4147-A177-3AD203B41FA5}">
                      <a16:colId xmlns:a16="http://schemas.microsoft.com/office/drawing/2014/main" val="3421236240"/>
                    </a:ext>
                  </a:extLst>
                </a:gridCol>
              </a:tblGrid>
              <a:tr h="850392">
                <a:tc>
                  <a:txBody>
                    <a:bodyPr/>
                    <a:lstStyle/>
                    <a:p>
                      <a:r>
                        <a:rPr lang="lt-LT" dirty="0"/>
                        <a:t>Funkcija/Konkurentas</a:t>
                      </a:r>
                    </a:p>
                  </a:txBody>
                  <a:tcPr/>
                </a:tc>
                <a:tc>
                  <a:txBody>
                    <a:bodyPr/>
                    <a:lstStyle/>
                    <a:p>
                      <a:r>
                        <a:rPr lang="lt-LT" sz="3600" b="1" kern="1200" dirty="0">
                          <a:solidFill>
                            <a:schemeClr val="lt1"/>
                          </a:solidFill>
                          <a:effectLst/>
                          <a:latin typeface="+mn-lt"/>
                          <a:ea typeface="+mn-ea"/>
                          <a:cs typeface="+mn-cs"/>
                        </a:rPr>
                        <a:t>Peerby</a:t>
                      </a:r>
                      <a:endParaRPr lang="lt-LT" dirty="0"/>
                    </a:p>
                  </a:txBody>
                  <a:tcPr/>
                </a:tc>
                <a:tc>
                  <a:txBody>
                    <a:bodyPr/>
                    <a:lstStyle/>
                    <a:p>
                      <a:r>
                        <a:rPr lang="lt-LT" sz="3600" b="1" kern="1200" dirty="0">
                          <a:solidFill>
                            <a:schemeClr val="lt1"/>
                          </a:solidFill>
                          <a:effectLst/>
                          <a:latin typeface="+mn-lt"/>
                          <a:ea typeface="+mn-ea"/>
                          <a:cs typeface="+mn-cs"/>
                        </a:rPr>
                        <a:t>Stuffly</a:t>
                      </a:r>
                      <a:endParaRPr lang="lt-LT" dirty="0"/>
                    </a:p>
                  </a:txBody>
                  <a:tcPr/>
                </a:tc>
                <a:tc>
                  <a:txBody>
                    <a:bodyPr/>
                    <a:lstStyle/>
                    <a:p>
                      <a:r>
                        <a:rPr lang="lt-LT" dirty="0"/>
                        <a:t>Sukurtas produktas</a:t>
                      </a:r>
                    </a:p>
                  </a:txBody>
                  <a:tcPr/>
                </a:tc>
                <a:extLst>
                  <a:ext uri="{0D108BD9-81ED-4DB2-BD59-A6C34878D82A}">
                    <a16:rowId xmlns:a16="http://schemas.microsoft.com/office/drawing/2014/main" val="2872177194"/>
                  </a:ext>
                </a:extLst>
              </a:tr>
              <a:tr h="850392">
                <a:tc>
                  <a:txBody>
                    <a:bodyPr/>
                    <a:lstStyle/>
                    <a:p>
                      <a:r>
                        <a:rPr lang="lt-LT" sz="3600" kern="1200" dirty="0">
                          <a:solidFill>
                            <a:schemeClr val="dk1"/>
                          </a:solidFill>
                          <a:effectLst/>
                          <a:latin typeface="+mn-lt"/>
                          <a:ea typeface="+mn-ea"/>
                          <a:cs typeface="+mn-cs"/>
                        </a:rPr>
                        <a:t>Platforma</a:t>
                      </a:r>
                      <a:endParaRPr lang="lt-LT" dirty="0"/>
                    </a:p>
                  </a:txBody>
                  <a:tcPr/>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Tik Naršyklėje</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iOS/Android</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Ir Naršyklėje ir Android</a:t>
                      </a:r>
                      <a:endParaRPr lang="en-GB" sz="36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837129510"/>
                  </a:ext>
                </a:extLst>
              </a:tr>
              <a:tr h="850392">
                <a:tc>
                  <a:txBody>
                    <a:bodyPr/>
                    <a:lstStyle/>
                    <a:p>
                      <a:r>
                        <a:rPr lang="lt-LT" sz="3600" kern="1200" dirty="0">
                          <a:solidFill>
                            <a:schemeClr val="dk1"/>
                          </a:solidFill>
                          <a:effectLst/>
                          <a:latin typeface="+mn-lt"/>
                          <a:ea typeface="+mn-ea"/>
                          <a:cs typeface="+mn-cs"/>
                        </a:rPr>
                        <a:t>Kalba</a:t>
                      </a:r>
                      <a:endParaRPr lang="lt-LT" dirty="0"/>
                    </a:p>
                  </a:txBody>
                  <a:tcPr/>
                </a:tc>
                <a:tc>
                  <a:txBody>
                    <a:bodyPr/>
                    <a:lstStyle/>
                    <a:p>
                      <a:pPr marL="0" algn="l" defTabSz="1828709" rtl="0" eaLnBrk="1" latinLnBrk="0" hangingPunct="1">
                        <a:spcBef>
                          <a:spcPts val="300"/>
                        </a:spcBef>
                        <a:spcAft>
                          <a:spcPts val="300"/>
                        </a:spcAft>
                        <a:buNone/>
                      </a:pPr>
                      <a:r>
                        <a:rPr lang="en-US" sz="3600" kern="1200" dirty="0">
                          <a:solidFill>
                            <a:schemeClr val="dk1"/>
                          </a:solidFill>
                          <a:effectLst/>
                          <a:latin typeface="+mn-lt"/>
                          <a:ea typeface="+mn-ea"/>
                          <a:cs typeface="+mn-cs"/>
                        </a:rPr>
                        <a:t>Olandų, </a:t>
                      </a:r>
                      <a:r>
                        <a:rPr lang="en-US" sz="3600" kern="1200" dirty="0" err="1">
                          <a:solidFill>
                            <a:schemeClr val="dk1"/>
                          </a:solidFill>
                          <a:effectLst/>
                          <a:latin typeface="+mn-lt"/>
                          <a:ea typeface="+mn-ea"/>
                          <a:cs typeface="+mn-cs"/>
                        </a:rPr>
                        <a:t>Anglų</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en-US" sz="3600" kern="1200" dirty="0" err="1">
                          <a:solidFill>
                            <a:schemeClr val="dk1"/>
                          </a:solidFill>
                          <a:effectLst/>
                          <a:latin typeface="+mn-lt"/>
                          <a:ea typeface="+mn-ea"/>
                          <a:cs typeface="+mn-cs"/>
                        </a:rPr>
                        <a:t>Anglų</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en-US" sz="3600" kern="1200">
                          <a:solidFill>
                            <a:schemeClr val="dk1"/>
                          </a:solidFill>
                          <a:effectLst/>
                          <a:latin typeface="+mn-lt"/>
                          <a:ea typeface="+mn-ea"/>
                          <a:cs typeface="+mn-cs"/>
                        </a:rPr>
                        <a:t>Anglų, Lietuvių</a:t>
                      </a:r>
                      <a:endParaRPr lang="en-GB" sz="3600" kern="120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42678561"/>
                  </a:ext>
                </a:extLst>
              </a:tr>
              <a:tr h="850392">
                <a:tc>
                  <a:txBody>
                    <a:bodyPr/>
                    <a:lstStyle/>
                    <a:p>
                      <a:r>
                        <a:rPr lang="lt-LT" sz="3600" kern="1200" dirty="0">
                          <a:solidFill>
                            <a:schemeClr val="dk1"/>
                          </a:solidFill>
                          <a:effectLst/>
                          <a:latin typeface="+mn-lt"/>
                          <a:ea typeface="+mn-ea"/>
                          <a:cs typeface="+mn-cs"/>
                        </a:rPr>
                        <a:t>Rezervavimas</a:t>
                      </a:r>
                      <a:endParaRPr lang="lt-LT" dirty="0"/>
                    </a:p>
                  </a:txBody>
                  <a:tcPr/>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Nėra</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Rezervavimas kalendoriuje</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Rezervavimas kalendoriuje</a:t>
                      </a:r>
                      <a:endParaRPr lang="en-GB" sz="36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287227991"/>
                  </a:ext>
                </a:extLst>
              </a:tr>
              <a:tr h="850392">
                <a:tc>
                  <a:txBody>
                    <a:bodyPr/>
                    <a:lstStyle/>
                    <a:p>
                      <a:r>
                        <a:rPr lang="lt-LT" sz="3600" kern="1200" dirty="0">
                          <a:solidFill>
                            <a:schemeClr val="dk1"/>
                          </a:solidFill>
                          <a:effectLst/>
                          <a:latin typeface="+mn-lt"/>
                          <a:ea typeface="+mn-ea"/>
                          <a:cs typeface="+mn-cs"/>
                        </a:rPr>
                        <a:t>Kategorijos</a:t>
                      </a:r>
                      <a:endParaRPr lang="lt-LT" dirty="0"/>
                    </a:p>
                  </a:txBody>
                  <a:tcPr/>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Platus pasirinkimas</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Platus pasirinkimas</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Fokusuota į laisvalaikio prekes</a:t>
                      </a:r>
                      <a:endParaRPr lang="en-GB" sz="36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915500781"/>
                  </a:ext>
                </a:extLst>
              </a:tr>
              <a:tr h="850392">
                <a:tc>
                  <a:txBody>
                    <a:bodyPr/>
                    <a:lstStyle/>
                    <a:p>
                      <a:r>
                        <a:rPr lang="lt-LT" dirty="0"/>
                        <a:t>Paplitimas</a:t>
                      </a:r>
                    </a:p>
                  </a:txBody>
                  <a:tcPr/>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Olandija, Belgija</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Belgija, Vokietija</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Lietuva</a:t>
                      </a:r>
                      <a:endParaRPr lang="en-GB" sz="36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720776639"/>
                  </a:ext>
                </a:extLst>
              </a:tr>
              <a:tr h="850392">
                <a:tc>
                  <a:txBody>
                    <a:bodyPr/>
                    <a:lstStyle/>
                    <a:p>
                      <a:r>
                        <a:rPr lang="lt-LT" dirty="0"/>
                        <a:t>Daiktas žemėlapyje</a:t>
                      </a:r>
                    </a:p>
                  </a:txBody>
                  <a:tcPr/>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Apytikslė vieta</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Nėra</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Tikslus adresas</a:t>
                      </a:r>
                      <a:endParaRPr lang="en-GB" sz="36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1149401783"/>
                  </a:ext>
                </a:extLst>
              </a:tr>
              <a:tr h="850392">
                <a:tc>
                  <a:txBody>
                    <a:bodyPr/>
                    <a:lstStyle/>
                    <a:p>
                      <a:r>
                        <a:rPr lang="lt-LT" dirty="0"/>
                        <a:t>Auditorija</a:t>
                      </a:r>
                    </a:p>
                  </a:txBody>
                  <a:tcPr/>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Vieši skelbimai</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Vieši ir privatūs skelbimai</a:t>
                      </a:r>
                      <a:endParaRPr lang="en-GB" sz="3600" kern="1200" dirty="0">
                        <a:solidFill>
                          <a:schemeClr val="dk1"/>
                        </a:solidFill>
                        <a:effectLst/>
                        <a:latin typeface="+mn-lt"/>
                        <a:ea typeface="+mn-ea"/>
                        <a:cs typeface="+mn-cs"/>
                      </a:endParaRPr>
                    </a:p>
                  </a:txBody>
                  <a:tcPr marL="68580" marR="68580" marT="0" marB="0"/>
                </a:tc>
                <a:tc>
                  <a:txBody>
                    <a:bodyPr/>
                    <a:lstStyle/>
                    <a:p>
                      <a:pPr marL="0" algn="l" defTabSz="1828709" rtl="0" eaLnBrk="1" latinLnBrk="0" hangingPunct="1">
                        <a:spcBef>
                          <a:spcPts val="300"/>
                        </a:spcBef>
                        <a:spcAft>
                          <a:spcPts val="300"/>
                        </a:spcAft>
                        <a:buNone/>
                      </a:pPr>
                      <a:r>
                        <a:rPr lang="lt-LT" sz="3600" kern="1200" dirty="0">
                          <a:solidFill>
                            <a:schemeClr val="dk1"/>
                          </a:solidFill>
                          <a:effectLst/>
                          <a:latin typeface="+mn-lt"/>
                          <a:ea typeface="+mn-ea"/>
                          <a:cs typeface="+mn-cs"/>
                        </a:rPr>
                        <a:t>Privatūs skelbimai</a:t>
                      </a:r>
                      <a:endParaRPr lang="en-GB" sz="3600" kern="1200" dirty="0">
                        <a:solidFill>
                          <a:schemeClr val="dk1"/>
                        </a:solidFill>
                        <a:effectLst/>
                        <a:latin typeface="+mn-lt"/>
                        <a:ea typeface="+mn-ea"/>
                        <a:cs typeface="+mn-cs"/>
                      </a:endParaRPr>
                    </a:p>
                  </a:txBody>
                  <a:tcPr marL="68580" marR="68580" marT="0" marB="0"/>
                </a:tc>
                <a:extLst>
                  <a:ext uri="{0D108BD9-81ED-4DB2-BD59-A6C34878D82A}">
                    <a16:rowId xmlns:a16="http://schemas.microsoft.com/office/drawing/2014/main" val="3993849208"/>
                  </a:ext>
                </a:extLst>
              </a:tr>
            </a:tbl>
          </a:graphicData>
        </a:graphic>
      </p:graphicFrame>
      <p:sp>
        <p:nvSpPr>
          <p:cNvPr id="3" name="Slide Number Placeholder 2">
            <a:extLst>
              <a:ext uri="{FF2B5EF4-FFF2-40B4-BE49-F238E27FC236}">
                <a16:creationId xmlns:a16="http://schemas.microsoft.com/office/drawing/2014/main" id="{802432D5-0E35-3E09-D9C9-F4C247B03EF7}"/>
              </a:ext>
            </a:extLst>
          </p:cNvPr>
          <p:cNvSpPr>
            <a:spLocks noGrp="1"/>
          </p:cNvSpPr>
          <p:nvPr>
            <p:ph type="sldNum" sz="quarter" idx="12"/>
          </p:nvPr>
        </p:nvSpPr>
        <p:spPr/>
        <p:txBody>
          <a:bodyPr/>
          <a:lstStyle/>
          <a:p>
            <a:fld id="{29B01A02-16AD-7D4A-AF4C-AE522BCC74EA}" type="slidenum">
              <a:rPr lang="en-US" sz="3600" smtClean="0"/>
              <a:t>3</a:t>
            </a:fld>
            <a:endParaRPr lang="en-US" sz="3600" dirty="0"/>
          </a:p>
        </p:txBody>
      </p:sp>
    </p:spTree>
    <p:extLst>
      <p:ext uri="{BB962C8B-B14F-4D97-AF65-F5344CB8AC3E}">
        <p14:creationId xmlns:p14="http://schemas.microsoft.com/office/powerpoint/2010/main" val="74354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E6FB427-18AD-5244-B3CB-8862634EBE81}"/>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Projekto apimtis</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2" name="Text Placeholder 4">
            <a:extLst>
              <a:ext uri="{FF2B5EF4-FFF2-40B4-BE49-F238E27FC236}">
                <a16:creationId xmlns:a16="http://schemas.microsoft.com/office/drawing/2014/main" id="{C90B7584-36E7-99E2-2C26-537D5A610889}"/>
              </a:ext>
            </a:extLst>
          </p:cNvPr>
          <p:cNvSpPr txBox="1">
            <a:spLocks/>
          </p:cNvSpPr>
          <p:nvPr/>
        </p:nvSpPr>
        <p:spPr>
          <a:xfrm>
            <a:off x="1393530" y="3979557"/>
            <a:ext cx="10530245" cy="1019347"/>
          </a:xfrm>
          <a:prstGeom prst="rect">
            <a:avLst/>
          </a:prstGeom>
        </p:spPr>
        <p:txBody>
          <a:bodyPr vert="horz" lIns="91440" tIns="45720" rIns="91440" bIns="45720" rtlCol="0" anchor="ctr"/>
          <a:lstStyle>
            <a:defPPr>
              <a:defRPr lang="en-US"/>
            </a:defPPr>
            <a:lvl1pPr marL="0" algn="r" defTabSz="1828709" rtl="0" eaLnBrk="1" latinLnBrk="0" hangingPunct="1">
              <a:defRPr sz="2400" kern="1200">
                <a:solidFill>
                  <a:schemeClr val="tx1">
                    <a:tint val="75000"/>
                  </a:schemeClr>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a:lstStyle>
          <a:p>
            <a:pPr algn="l"/>
            <a:r>
              <a:rPr lang="lt-LT" sz="4000" b="1" dirty="0">
                <a:solidFill>
                  <a:schemeClr val="tx1"/>
                </a:solidFill>
              </a:rPr>
              <a:t>Bendras projekto kodo eilučių skaičius – 10372</a:t>
            </a:r>
          </a:p>
        </p:txBody>
      </p:sp>
      <p:sp>
        <p:nvSpPr>
          <p:cNvPr id="12" name="TextBox 11">
            <a:extLst>
              <a:ext uri="{FF2B5EF4-FFF2-40B4-BE49-F238E27FC236}">
                <a16:creationId xmlns:a16="http://schemas.microsoft.com/office/drawing/2014/main" id="{5C53D677-D83B-05DD-460F-89BA2D7CE288}"/>
              </a:ext>
            </a:extLst>
          </p:cNvPr>
          <p:cNvSpPr txBox="1"/>
          <p:nvPr/>
        </p:nvSpPr>
        <p:spPr>
          <a:xfrm>
            <a:off x="2231136" y="6058038"/>
            <a:ext cx="16779878" cy="3575018"/>
          </a:xfrm>
          <a:prstGeom prst="rect">
            <a:avLst/>
          </a:prstGeom>
          <a:noFill/>
        </p:spPr>
        <p:txBody>
          <a:bodyPr wrap="square">
            <a:spAutoFit/>
          </a:bodyPr>
          <a:lstStyle/>
          <a:p>
            <a:pPr marL="342900" lvl="0" indent="-342900" algn="just">
              <a:lnSpc>
                <a:spcPct val="115000"/>
              </a:lnSpc>
              <a:buFont typeface="Symbol" panose="05050102010706020507" pitchFamily="18" charset="2"/>
              <a:buChar char=""/>
            </a:pPr>
            <a:r>
              <a:rPr lang="lt-LT" sz="4000" noProof="0" dirty="0">
                <a:effectLst/>
                <a:latin typeface="Times New Roman" panose="02020603050405020304" pitchFamily="18" charset="0"/>
                <a:ea typeface="Calibri" panose="020F0502020204030204" pitchFamily="34" charset="0"/>
              </a:rPr>
              <a:t>Naudotojo sąsajos programinio kodo eilučių kiekis: </a:t>
            </a:r>
            <a:r>
              <a:rPr lang="lt-LT" sz="4000" dirty="0">
                <a:latin typeface="Times New Roman" panose="02020603050405020304" pitchFamily="18" charset="0"/>
                <a:ea typeface="Calibri" panose="020F0502020204030204" pitchFamily="34" charset="0"/>
              </a:rPr>
              <a:t>5359</a:t>
            </a:r>
            <a:endParaRPr lang="lt-LT" sz="4000" noProof="0" dirty="0">
              <a:effectLst/>
              <a:latin typeface="Times New Roman" panose="02020603050405020304" pitchFamily="18" charset="0"/>
              <a:ea typeface="Calibri" panose="020F0502020204030204" pitchFamily="34" charset="0"/>
            </a:endParaRPr>
          </a:p>
          <a:p>
            <a:pPr marL="342900" lvl="0" indent="-342900" algn="just">
              <a:lnSpc>
                <a:spcPct val="115000"/>
              </a:lnSpc>
              <a:buFont typeface="Symbol" panose="05050102010706020507" pitchFamily="18" charset="2"/>
              <a:buChar char=""/>
            </a:pPr>
            <a:r>
              <a:rPr lang="lt-LT" sz="4000" noProof="0" dirty="0">
                <a:effectLst/>
                <a:latin typeface="Times New Roman" panose="02020603050405020304" pitchFamily="18" charset="0"/>
                <a:ea typeface="Calibri" panose="020F0502020204030204" pitchFamily="34" charset="0"/>
              </a:rPr>
              <a:t>Serverinės dalies programinio kodo eilučių kiekis: 5013</a:t>
            </a:r>
          </a:p>
          <a:p>
            <a:pPr marL="342900" lvl="0" indent="-342900" algn="just">
              <a:lnSpc>
                <a:spcPct val="115000"/>
              </a:lnSpc>
              <a:buFont typeface="Symbol" panose="05050102010706020507" pitchFamily="18" charset="2"/>
              <a:buChar char=""/>
            </a:pPr>
            <a:r>
              <a:rPr lang="lt-LT" sz="4000" noProof="0" dirty="0">
                <a:effectLst/>
                <a:latin typeface="Times New Roman" panose="02020603050405020304" pitchFamily="18" charset="0"/>
                <a:ea typeface="Calibri" panose="020F0502020204030204" pitchFamily="34" charset="0"/>
              </a:rPr>
              <a:t>Kodo</a:t>
            </a:r>
            <a:r>
              <a:rPr lang="en-GB" sz="4000" noProof="0" dirty="0">
                <a:effectLst/>
                <a:latin typeface="Times New Roman" panose="02020603050405020304" pitchFamily="18" charset="0"/>
                <a:ea typeface="Calibri" panose="020F0502020204030204" pitchFamily="34" charset="0"/>
              </a:rPr>
              <a:t> </a:t>
            </a:r>
            <a:r>
              <a:rPr lang="en-GB" sz="4000" noProof="0" dirty="0" err="1">
                <a:effectLst/>
                <a:latin typeface="Times New Roman" panose="02020603050405020304" pitchFamily="18" charset="0"/>
                <a:ea typeface="Calibri" panose="020F0502020204030204" pitchFamily="34" charset="0"/>
              </a:rPr>
              <a:t>eilu</a:t>
            </a:r>
            <a:r>
              <a:rPr lang="lt-LT" sz="4000" noProof="0" dirty="0">
                <a:effectLst/>
                <a:latin typeface="Times New Roman" panose="02020603050405020304" pitchFamily="18" charset="0"/>
                <a:ea typeface="Calibri" panose="020F0502020204030204" pitchFamily="34" charset="0"/>
              </a:rPr>
              <a:t>čių padengimas vienetų testais serverio dalyje procentais: 78%</a:t>
            </a:r>
          </a:p>
          <a:p>
            <a:pPr marL="342900" lvl="0" indent="-342900" algn="just">
              <a:lnSpc>
                <a:spcPct val="115000"/>
              </a:lnSpc>
              <a:buFont typeface="Symbol" panose="05050102010706020507" pitchFamily="18" charset="2"/>
              <a:buChar char=""/>
            </a:pPr>
            <a:r>
              <a:rPr lang="lt-LT" sz="4000" noProof="0" dirty="0">
                <a:effectLst/>
                <a:latin typeface="Times New Roman" panose="02020603050405020304" pitchFamily="18" charset="0"/>
                <a:ea typeface="Calibri" panose="020F0502020204030204" pitchFamily="34" charset="0"/>
              </a:rPr>
              <a:t>Projekto metu parašytas bendras testų kiekis: 2</a:t>
            </a:r>
            <a:r>
              <a:rPr lang="lt-LT" sz="4000" dirty="0">
                <a:latin typeface="Times New Roman" panose="02020603050405020304" pitchFamily="18" charset="0"/>
                <a:ea typeface="Calibri" panose="020F0502020204030204" pitchFamily="34" charset="0"/>
              </a:rPr>
              <a:t>91</a:t>
            </a:r>
            <a:endParaRPr lang="lt-LT" sz="4000" noProof="0" dirty="0">
              <a:effectLst/>
              <a:latin typeface="Times New Roman" panose="02020603050405020304" pitchFamily="18" charset="0"/>
              <a:ea typeface="Calibri" panose="020F0502020204030204" pitchFamily="34" charset="0"/>
            </a:endParaRPr>
          </a:p>
          <a:p>
            <a:pPr marL="342900" lvl="0" indent="-342900" algn="just">
              <a:lnSpc>
                <a:spcPct val="115000"/>
              </a:lnSpc>
              <a:buFont typeface="Symbol" panose="05050102010706020507" pitchFamily="18" charset="2"/>
              <a:buChar char=""/>
            </a:pPr>
            <a:r>
              <a:rPr lang="lt-LT" sz="4000" noProof="0" dirty="0">
                <a:effectLst/>
                <a:latin typeface="Times New Roman" panose="02020603050405020304" pitchFamily="18" charset="0"/>
                <a:ea typeface="Calibri" panose="020F0502020204030204" pitchFamily="34" charset="0"/>
              </a:rPr>
              <a:t>Darbo valandos skirtos projektui: apie 300 valandų</a:t>
            </a:r>
          </a:p>
        </p:txBody>
      </p:sp>
      <p:sp>
        <p:nvSpPr>
          <p:cNvPr id="3" name="Slide Number Placeholder 2">
            <a:extLst>
              <a:ext uri="{FF2B5EF4-FFF2-40B4-BE49-F238E27FC236}">
                <a16:creationId xmlns:a16="http://schemas.microsoft.com/office/drawing/2014/main" id="{28A7095F-D191-7F72-0562-D4CDCB9A3BA2}"/>
              </a:ext>
            </a:extLst>
          </p:cNvPr>
          <p:cNvSpPr>
            <a:spLocks noGrp="1"/>
          </p:cNvSpPr>
          <p:nvPr>
            <p:ph type="sldNum" sz="quarter" idx="12"/>
          </p:nvPr>
        </p:nvSpPr>
        <p:spPr/>
        <p:txBody>
          <a:bodyPr/>
          <a:lstStyle/>
          <a:p>
            <a:fld id="{29B01A02-16AD-7D4A-AF4C-AE522BCC74EA}" type="slidenum">
              <a:rPr lang="en-US" sz="3600" smtClean="0"/>
              <a:t>4</a:t>
            </a:fld>
            <a:endParaRPr lang="en-US" sz="3600" dirty="0"/>
          </a:p>
        </p:txBody>
      </p:sp>
    </p:spTree>
    <p:extLst>
      <p:ext uri="{BB962C8B-B14F-4D97-AF65-F5344CB8AC3E}">
        <p14:creationId xmlns:p14="http://schemas.microsoft.com/office/powerpoint/2010/main" val="2178453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FFD0719-B4A7-7847-8037-45C1B25AE8E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93A6A130-0DF1-402A-E4C0-1DDCFF5BE78C}"/>
              </a:ext>
            </a:extLst>
          </p:cNvPr>
          <p:cNvSpPr>
            <a:spLocks noGrp="1"/>
          </p:cNvSpPr>
          <p:nvPr>
            <p:ph type="title"/>
          </p:nvPr>
        </p:nvSpPr>
        <p:spPr>
          <a:xfrm>
            <a:off x="3631216" y="269297"/>
            <a:ext cx="21029831" cy="2651126"/>
          </a:xfrm>
        </p:spPr>
        <p:txBody>
          <a:bodyPr>
            <a:normAutofit/>
          </a:bodyPr>
          <a:lstStyle/>
          <a:p>
            <a:r>
              <a:rPr lang="en-US" sz="5900" b="1" dirty="0">
                <a:latin typeface="Arial" panose="020B0604020202020204" pitchFamily="34" charset="0"/>
                <a:ea typeface="Inter" panose="020B0502030000000004" pitchFamily="34" charset="0"/>
                <a:cs typeface="Arial" panose="020B0604020202020204" pitchFamily="34" charset="0"/>
              </a:rPr>
              <a:t>INFRASTRUKTŪRA</a:t>
            </a:r>
          </a:p>
        </p:txBody>
      </p:sp>
      <p:sp>
        <p:nvSpPr>
          <p:cNvPr id="2" name="Text Placeholder 3">
            <a:extLst>
              <a:ext uri="{FF2B5EF4-FFF2-40B4-BE49-F238E27FC236}">
                <a16:creationId xmlns:a16="http://schemas.microsoft.com/office/drawing/2014/main" id="{CBD56253-B276-F673-6535-147EFD44F310}"/>
              </a:ext>
            </a:extLst>
          </p:cNvPr>
          <p:cNvSpPr txBox="1">
            <a:spLocks/>
          </p:cNvSpPr>
          <p:nvPr/>
        </p:nvSpPr>
        <p:spPr>
          <a:xfrm>
            <a:off x="14847660" y="7149084"/>
            <a:ext cx="7024026" cy="5431535"/>
          </a:xfrm>
          <a:prstGeom prst="rect">
            <a:avLst/>
          </a:prstGeom>
        </p:spPr>
        <p:txBody>
          <a:bodyPr anchor="t"/>
          <a:lstStyle>
            <a:lvl1pPr marL="0" indent="0" algn="l" defTabSz="914400" rtl="0" eaLnBrk="1" latinLnBrk="0" hangingPunct="1">
              <a:lnSpc>
                <a:spcPct val="110000"/>
              </a:lnSpc>
              <a:spcBef>
                <a:spcPts val="0"/>
              </a:spcBef>
              <a:spcAft>
                <a:spcPts val="0"/>
              </a:spcAft>
              <a:buFont typeface="+mj-lt"/>
              <a:buNone/>
              <a:defRPr sz="1600" b="0" i="0" kern="1200">
                <a:solidFill>
                  <a:schemeClr val="tx1"/>
                </a:solidFill>
                <a:latin typeface="Arial" panose="020B0604020202020204" pitchFamily="34" charset="0"/>
                <a:ea typeface="Inter"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rtl="0" eaLnBrk="1" latinLnBrk="0" hangingPunct="1">
              <a:lnSpc>
                <a:spcPct val="110000"/>
              </a:lnSpc>
              <a:buClrTx/>
              <a:buSzPts val="1600"/>
            </a:pPr>
            <a:r>
              <a:rPr lang="lt-LT" sz="3600" b="1" i="0" kern="1200" noProof="0" dirty="0">
                <a:solidFill>
                  <a:srgbClr val="000000"/>
                </a:solidFill>
                <a:effectLst/>
                <a:latin typeface="Arial" panose="020B0604020202020204" pitchFamily="34" charset="0"/>
                <a:ea typeface="Inter" panose="020B0502030000000004"/>
                <a:cs typeface="Arial" panose="020B0604020202020204" pitchFamily="34" charset="0"/>
              </a:rPr>
              <a:t>Naudojamos sisteminės technologijos</a:t>
            </a:r>
            <a:endParaRPr lang="lt-LT" sz="4400" dirty="0">
              <a:solidFill>
                <a:srgbClr val="000000"/>
              </a:solidFill>
            </a:endParaRPr>
          </a:p>
          <a:p>
            <a:pPr marL="571500" indent="-571500">
              <a:buFont typeface="Arial" panose="020B0604020202020204" pitchFamily="34" charset="0"/>
              <a:buChar char="•"/>
            </a:pPr>
            <a:r>
              <a:rPr lang="lt-LT" sz="3600" dirty="0">
                <a:solidFill>
                  <a:srgbClr val="000000"/>
                </a:solidFill>
              </a:rPr>
              <a:t>C# 13</a:t>
            </a:r>
          </a:p>
          <a:p>
            <a:pPr marL="571500" indent="-571500">
              <a:buFont typeface="Arial" panose="020B0604020202020204" pitchFamily="34" charset="0"/>
              <a:buChar char="•"/>
            </a:pPr>
            <a:r>
              <a:rPr lang="lt-LT" sz="3600" dirty="0">
                <a:solidFill>
                  <a:srgbClr val="000000"/>
                </a:solidFill>
              </a:rPr>
              <a:t>ASP.NET Core 9.0</a:t>
            </a:r>
            <a:endParaRPr lang="lt-LT" sz="3200" dirty="0"/>
          </a:p>
          <a:p>
            <a:pPr marL="571500" indent="-571500" algn="l" rtl="0" eaLnBrk="1" latinLnBrk="0" hangingPunct="1">
              <a:lnSpc>
                <a:spcPct val="110000"/>
              </a:lnSpc>
              <a:buFont typeface="Arial" panose="020B0604020202020204" pitchFamily="34" charset="0"/>
              <a:buChar char="•"/>
            </a:pPr>
            <a:r>
              <a:rPr lang="lt-LT" sz="3600" b="0" i="0" kern="1200" noProof="0" dirty="0">
                <a:solidFill>
                  <a:srgbClr val="000000"/>
                </a:solidFill>
                <a:effectLst/>
                <a:latin typeface="Arial" panose="020B0604020202020204" pitchFamily="34" charset="0"/>
                <a:ea typeface="Inter" panose="020B0502030000000004"/>
                <a:cs typeface="Arial" panose="020B0604020202020204" pitchFamily="34" charset="0"/>
              </a:rPr>
              <a:t>xUnit 2.9.3</a:t>
            </a:r>
          </a:p>
          <a:p>
            <a:pPr marL="571500" indent="-571500">
              <a:buFont typeface="Arial" panose="020B0604020202020204" pitchFamily="34" charset="0"/>
              <a:buChar char="•"/>
            </a:pPr>
            <a:r>
              <a:rPr lang="en-GB" sz="3600" b="0" i="0" kern="1200" noProof="0" dirty="0">
                <a:solidFill>
                  <a:srgbClr val="000000"/>
                </a:solidFill>
                <a:effectLst/>
                <a:latin typeface="Arial" panose="020B0604020202020204" pitchFamily="34" charset="0"/>
                <a:ea typeface="Inter" panose="020B0502030000000004"/>
                <a:cs typeface="Arial" panose="020B0604020202020204" pitchFamily="34" charset="0"/>
              </a:rPr>
              <a:t>Typescript 5.9.2</a:t>
            </a:r>
          </a:p>
          <a:p>
            <a:pPr marL="571500" indent="-571500">
              <a:buFont typeface="Arial" panose="020B0604020202020204" pitchFamily="34" charset="0"/>
              <a:buChar char="•"/>
            </a:pPr>
            <a:r>
              <a:rPr lang="lt-LT" sz="3600" b="0" i="0" kern="1200" noProof="0" dirty="0">
                <a:solidFill>
                  <a:srgbClr val="000000"/>
                </a:solidFill>
                <a:effectLst/>
                <a:latin typeface="Arial" panose="020B0604020202020204" pitchFamily="34" charset="0"/>
                <a:ea typeface="Inter" panose="020B0502030000000004"/>
                <a:cs typeface="Arial" panose="020B0604020202020204" pitchFamily="34" charset="0"/>
              </a:rPr>
              <a:t>React Native </a:t>
            </a:r>
            <a:r>
              <a:rPr lang="en-GB" sz="3600" dirty="0">
                <a:solidFill>
                  <a:srgbClr val="000000"/>
                </a:solidFill>
              </a:rPr>
              <a:t>0.83.2</a:t>
            </a:r>
            <a:endParaRPr lang="lt-LT" sz="3600" dirty="0">
              <a:solidFill>
                <a:srgbClr val="000000"/>
              </a:solidFill>
            </a:endParaRPr>
          </a:p>
          <a:p>
            <a:pPr marL="571500" indent="-571500" algn="l" rtl="0" eaLnBrk="1" latinLnBrk="0" hangingPunct="1">
              <a:lnSpc>
                <a:spcPct val="110000"/>
              </a:lnSpc>
              <a:buFont typeface="Arial" panose="020B0604020202020204" pitchFamily="34" charset="0"/>
              <a:buChar char="•"/>
            </a:pPr>
            <a:r>
              <a:rPr lang="lt-LT" sz="3600" b="0" i="0" kern="1200" noProof="0" dirty="0">
                <a:solidFill>
                  <a:srgbClr val="000000"/>
                </a:solidFill>
                <a:effectLst/>
                <a:latin typeface="Arial" panose="020B0604020202020204" pitchFamily="34" charset="0"/>
                <a:ea typeface="Inter" panose="020B0502030000000004"/>
                <a:cs typeface="Arial" panose="020B0604020202020204" pitchFamily="34" charset="0"/>
              </a:rPr>
              <a:t>Expo 55.0</a:t>
            </a:r>
            <a:endParaRPr lang="en-GB" sz="3600" b="0" i="0" kern="1200" noProof="0" dirty="0">
              <a:solidFill>
                <a:srgbClr val="000000"/>
              </a:solidFill>
              <a:effectLst/>
              <a:latin typeface="Arial" panose="020B0604020202020204" pitchFamily="34" charset="0"/>
              <a:ea typeface="Inter" panose="020B0502030000000004"/>
              <a:cs typeface="Arial" panose="020B0604020202020204" pitchFamily="34" charset="0"/>
            </a:endParaRPr>
          </a:p>
          <a:p>
            <a:pPr marL="571500" indent="-571500" algn="l" rtl="0" eaLnBrk="1" latinLnBrk="0" hangingPunct="1">
              <a:lnSpc>
                <a:spcPct val="110000"/>
              </a:lnSpc>
              <a:buFont typeface="Arial" panose="020B0604020202020204" pitchFamily="34" charset="0"/>
              <a:buChar char="•"/>
            </a:pPr>
            <a:r>
              <a:rPr lang="en-GB" sz="3600" dirty="0">
                <a:solidFill>
                  <a:srgbClr val="000000"/>
                </a:solidFill>
              </a:rPr>
              <a:t>Microsoft SQL</a:t>
            </a:r>
            <a:endParaRPr lang="lt-LT" sz="3200" noProof="0" dirty="0">
              <a:effectLst/>
            </a:endParaRPr>
          </a:p>
        </p:txBody>
      </p:sp>
      <p:sp>
        <p:nvSpPr>
          <p:cNvPr id="3" name="Text Placeholder 3">
            <a:extLst>
              <a:ext uri="{FF2B5EF4-FFF2-40B4-BE49-F238E27FC236}">
                <a16:creationId xmlns:a16="http://schemas.microsoft.com/office/drawing/2014/main" id="{75D59994-1568-46CD-8204-ADC1982E0883}"/>
              </a:ext>
            </a:extLst>
          </p:cNvPr>
          <p:cNvSpPr txBox="1">
            <a:spLocks/>
          </p:cNvSpPr>
          <p:nvPr/>
        </p:nvSpPr>
        <p:spPr>
          <a:xfrm>
            <a:off x="14847660" y="3712922"/>
            <a:ext cx="8406947" cy="2802178"/>
          </a:xfrm>
          <a:prstGeom prst="rect">
            <a:avLst/>
          </a:prstGeom>
        </p:spPr>
        <p:txBody>
          <a:bodyPr anchor="t"/>
          <a:lstStyle>
            <a:lvl1pPr marL="0" indent="0" algn="l" defTabSz="914400" rtl="0" eaLnBrk="1" latinLnBrk="0" hangingPunct="1">
              <a:lnSpc>
                <a:spcPct val="110000"/>
              </a:lnSpc>
              <a:spcBef>
                <a:spcPts val="0"/>
              </a:spcBef>
              <a:spcAft>
                <a:spcPts val="0"/>
              </a:spcAft>
              <a:buFont typeface="+mj-lt"/>
              <a:buNone/>
              <a:defRPr sz="1600" b="0" i="0" kern="1200">
                <a:solidFill>
                  <a:schemeClr val="tx1"/>
                </a:solidFill>
                <a:latin typeface="Arial" panose="020B0604020202020204" pitchFamily="34" charset="0"/>
                <a:ea typeface="Inter" panose="020B05020300000000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ts val="1600"/>
            </a:pPr>
            <a:r>
              <a:rPr lang="lt-LT" sz="3600" b="1" dirty="0">
                <a:solidFill>
                  <a:srgbClr val="000000"/>
                </a:solidFill>
              </a:rPr>
              <a:t>Naudojami įrankiai:</a:t>
            </a:r>
          </a:p>
          <a:p>
            <a:pPr marL="285750" indent="-285750">
              <a:buFont typeface="Arial" panose="020B0604020202020204" pitchFamily="34" charset="0"/>
              <a:buChar char="•"/>
            </a:pPr>
            <a:r>
              <a:rPr lang="lt-LT" sz="3600" dirty="0">
                <a:solidFill>
                  <a:srgbClr val="000000"/>
                </a:solidFill>
              </a:rPr>
              <a:t>Visual Studio Code</a:t>
            </a:r>
          </a:p>
          <a:p>
            <a:pPr marL="285750" indent="-285750">
              <a:buFont typeface="Arial" panose="020B0604020202020204" pitchFamily="34" charset="0"/>
              <a:buChar char="•"/>
            </a:pPr>
            <a:r>
              <a:rPr lang="lt-LT" sz="3600" dirty="0">
                <a:solidFill>
                  <a:srgbClr val="000000"/>
                </a:solidFill>
              </a:rPr>
              <a:t>Visual Studio</a:t>
            </a:r>
          </a:p>
          <a:p>
            <a:pPr marL="285750" indent="-285750">
              <a:buFont typeface="Arial" panose="020B0604020202020204" pitchFamily="34" charset="0"/>
              <a:buChar char="•"/>
            </a:pPr>
            <a:r>
              <a:rPr lang="lt-LT" sz="3600" dirty="0">
                <a:solidFill>
                  <a:srgbClr val="000000"/>
                </a:solidFill>
              </a:rPr>
              <a:t>SQL Server Managment Studio 22</a:t>
            </a:r>
          </a:p>
        </p:txBody>
      </p:sp>
      <p:sp>
        <p:nvSpPr>
          <p:cNvPr id="8" name="Text Placeholder 3">
            <a:extLst>
              <a:ext uri="{FF2B5EF4-FFF2-40B4-BE49-F238E27FC236}">
                <a16:creationId xmlns:a16="http://schemas.microsoft.com/office/drawing/2014/main" id="{6A1B617A-3CA0-25A0-A430-37116CC33011}"/>
              </a:ext>
            </a:extLst>
          </p:cNvPr>
          <p:cNvSpPr txBox="1">
            <a:spLocks/>
          </p:cNvSpPr>
          <p:nvPr/>
        </p:nvSpPr>
        <p:spPr>
          <a:xfrm>
            <a:off x="3631216" y="5609311"/>
            <a:ext cx="8406947" cy="5192039"/>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lt-LT" sz="3600" b="1" dirty="0">
                <a:latin typeface="Arial" panose="020B0604020202020204" pitchFamily="34" charset="0"/>
                <a:cs typeface="Arial" panose="020B0604020202020204" pitchFamily="34" charset="0"/>
              </a:rPr>
              <a:t>Debesijos paslaugų technologijos:</a:t>
            </a:r>
          </a:p>
          <a:p>
            <a:pPr marL="0" indent="0">
              <a:buNone/>
            </a:pPr>
            <a:r>
              <a:rPr lang="lt-LT" sz="3600" dirty="0">
                <a:latin typeface="Arial" panose="020B0604020202020204" pitchFamily="34" charset="0"/>
                <a:cs typeface="Arial" panose="020B0604020202020204" pitchFamily="34" charset="0"/>
              </a:rPr>
              <a:t>AWS:</a:t>
            </a:r>
          </a:p>
          <a:p>
            <a:pPr marL="971550" lvl="1" indent="-285750"/>
            <a:r>
              <a:rPr lang="lt-LT" sz="3600" dirty="0">
                <a:latin typeface="Arial" panose="020B0604020202020204" pitchFamily="34" charset="0"/>
                <a:cs typeface="Arial" panose="020B0604020202020204" pitchFamily="34" charset="0"/>
              </a:rPr>
              <a:t>AWS RDS</a:t>
            </a:r>
          </a:p>
          <a:p>
            <a:pPr marL="971550" lvl="1" indent="-285750"/>
            <a:r>
              <a:rPr lang="lt-LT" sz="3600" dirty="0">
                <a:latin typeface="Arial" panose="020B0604020202020204" pitchFamily="34" charset="0"/>
                <a:cs typeface="Arial" panose="020B0604020202020204" pitchFamily="34" charset="0"/>
              </a:rPr>
              <a:t>AWS S3</a:t>
            </a:r>
          </a:p>
          <a:p>
            <a:pPr marL="971550" lvl="1" indent="-285750"/>
            <a:r>
              <a:rPr lang="lt-LT" sz="3600" dirty="0">
                <a:latin typeface="Arial" panose="020B0604020202020204" pitchFamily="34" charset="0"/>
                <a:cs typeface="Arial" panose="020B0604020202020204" pitchFamily="34" charset="0"/>
              </a:rPr>
              <a:t>AWS Cloudfront</a:t>
            </a:r>
          </a:p>
          <a:p>
            <a:pPr marL="971550" lvl="1" indent="-285750"/>
            <a:r>
              <a:rPr lang="lt-LT" sz="3600" dirty="0">
                <a:latin typeface="Arial" panose="020B0604020202020204" pitchFamily="34" charset="0"/>
                <a:cs typeface="Arial" panose="020B0604020202020204" pitchFamily="34" charset="0"/>
              </a:rPr>
              <a:t>AWS Elastic Beanstalk</a:t>
            </a:r>
          </a:p>
          <a:p>
            <a:pPr marL="0" lvl="1" indent="0">
              <a:spcBef>
                <a:spcPts val="2000"/>
              </a:spcBef>
              <a:buNone/>
            </a:pPr>
            <a:r>
              <a:rPr lang="lt-LT" sz="3600" dirty="0">
                <a:latin typeface="Arial" panose="020B0604020202020204" pitchFamily="34" charset="0"/>
                <a:cs typeface="Arial" panose="020B0604020202020204" pitchFamily="34" charset="0"/>
              </a:rPr>
              <a:t>Expo:</a:t>
            </a:r>
          </a:p>
          <a:p>
            <a:pPr marL="971550" lvl="1" indent="-285750"/>
            <a:r>
              <a:rPr lang="lt-LT" sz="3600" dirty="0">
                <a:latin typeface="Arial" panose="020B0604020202020204" pitchFamily="34" charset="0"/>
                <a:cs typeface="Arial" panose="020B0604020202020204" pitchFamily="34" charset="0"/>
              </a:rPr>
              <a:t>EAS Builds</a:t>
            </a:r>
          </a:p>
          <a:p>
            <a:pPr marL="285750" indent="-285750"/>
            <a:endParaRPr lang="lt-LT" dirty="0"/>
          </a:p>
        </p:txBody>
      </p:sp>
      <p:sp>
        <p:nvSpPr>
          <p:cNvPr id="4" name="Slide Number Placeholder 3">
            <a:extLst>
              <a:ext uri="{FF2B5EF4-FFF2-40B4-BE49-F238E27FC236}">
                <a16:creationId xmlns:a16="http://schemas.microsoft.com/office/drawing/2014/main" id="{31F41849-7BDC-235A-265E-F7E9D7F4BD30}"/>
              </a:ext>
            </a:extLst>
          </p:cNvPr>
          <p:cNvSpPr>
            <a:spLocks noGrp="1"/>
          </p:cNvSpPr>
          <p:nvPr>
            <p:ph type="sldNum" sz="quarter" idx="12"/>
          </p:nvPr>
        </p:nvSpPr>
        <p:spPr/>
        <p:txBody>
          <a:bodyPr/>
          <a:lstStyle/>
          <a:p>
            <a:fld id="{29B01A02-16AD-7D4A-AF4C-AE522BCC74EA}" type="slidenum">
              <a:rPr lang="en-US" sz="3600" smtClean="0"/>
              <a:t>5</a:t>
            </a:fld>
            <a:endParaRPr lang="en-US" sz="3600" dirty="0"/>
          </a:p>
        </p:txBody>
      </p:sp>
    </p:spTree>
    <p:extLst>
      <p:ext uri="{BB962C8B-B14F-4D97-AF65-F5344CB8AC3E}">
        <p14:creationId xmlns:p14="http://schemas.microsoft.com/office/powerpoint/2010/main" val="42068333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8F83B8C-395C-80B9-215D-DAB2BB4AF53B}"/>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15E8839-6CC2-6BB0-A701-5EC4FD57435C}"/>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Reikalavimai</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2" name="TextBox 1">
            <a:extLst>
              <a:ext uri="{FF2B5EF4-FFF2-40B4-BE49-F238E27FC236}">
                <a16:creationId xmlns:a16="http://schemas.microsoft.com/office/drawing/2014/main" id="{AB48744A-E849-B679-A3FB-E7FF22DC2DD1}"/>
              </a:ext>
            </a:extLst>
          </p:cNvPr>
          <p:cNvSpPr txBox="1"/>
          <p:nvPr/>
        </p:nvSpPr>
        <p:spPr>
          <a:xfrm>
            <a:off x="2691416" y="5391140"/>
            <a:ext cx="17710880" cy="3416320"/>
          </a:xfrm>
          <a:prstGeom prst="rect">
            <a:avLst/>
          </a:prstGeom>
          <a:noFill/>
        </p:spPr>
        <p:txBody>
          <a:bodyPr wrap="square" rtlCol="0">
            <a:spAutoFit/>
          </a:bodyPr>
          <a:lstStyle/>
          <a:p>
            <a:r>
              <a:rPr lang="lt-LT" b="1" dirty="0"/>
              <a:t>Nefunkciniai reikalavimai-</a:t>
            </a:r>
          </a:p>
          <a:p>
            <a:pPr marL="742950" indent="-742950">
              <a:buFont typeface="+mj-lt"/>
              <a:buAutoNum type="arabicPeriod"/>
            </a:pPr>
            <a:r>
              <a:rPr lang="lt-LT" dirty="0"/>
              <a:t>Sistema veikia Anglų ir Lietuvių kalba</a:t>
            </a:r>
          </a:p>
          <a:p>
            <a:pPr marL="742950" indent="-742950">
              <a:buFont typeface="+mj-lt"/>
              <a:buAutoNum type="arabicPeriod"/>
            </a:pPr>
            <a:r>
              <a:rPr lang="lt-LT" dirty="0"/>
              <a:t>Sistema prieinama 2 temomis – šviesia ir tamsia</a:t>
            </a:r>
          </a:p>
          <a:p>
            <a:pPr marL="742950" indent="-742950">
              <a:buFont typeface="+mj-lt"/>
              <a:buAutoNum type="arabicPeriod"/>
            </a:pPr>
            <a:r>
              <a:rPr lang="lt-LT" dirty="0"/>
              <a:t>Serverinės dalies metodai pasiekiami tik iš autentifikuotų vartotojų</a:t>
            </a:r>
          </a:p>
          <a:p>
            <a:pPr marL="742950" indent="-742950">
              <a:buFont typeface="+mj-lt"/>
              <a:buAutoNum type="arabicPeriod"/>
            </a:pPr>
            <a:r>
              <a:rPr lang="lt-LT" dirty="0"/>
              <a:t>Sistema gali būti diegiama arba debesijoje, arba nuosavame serveryje</a:t>
            </a:r>
          </a:p>
          <a:p>
            <a:pPr marL="571500" indent="-571500">
              <a:buFont typeface="Arial" panose="020B0604020202020204" pitchFamily="34" charset="0"/>
              <a:buChar char="•"/>
            </a:pPr>
            <a:endParaRPr lang="lt-LT" dirty="0"/>
          </a:p>
        </p:txBody>
      </p:sp>
      <p:sp>
        <p:nvSpPr>
          <p:cNvPr id="4" name="Slide Number Placeholder 3">
            <a:extLst>
              <a:ext uri="{FF2B5EF4-FFF2-40B4-BE49-F238E27FC236}">
                <a16:creationId xmlns:a16="http://schemas.microsoft.com/office/drawing/2014/main" id="{EE773F55-17BD-2FC3-E80F-74E8ACCD9FBB}"/>
              </a:ext>
            </a:extLst>
          </p:cNvPr>
          <p:cNvSpPr>
            <a:spLocks noGrp="1"/>
          </p:cNvSpPr>
          <p:nvPr>
            <p:ph type="sldNum" sz="quarter" idx="12"/>
          </p:nvPr>
        </p:nvSpPr>
        <p:spPr/>
        <p:txBody>
          <a:bodyPr/>
          <a:lstStyle/>
          <a:p>
            <a:fld id="{29B01A02-16AD-7D4A-AF4C-AE522BCC74EA}" type="slidenum">
              <a:rPr lang="en-US" sz="3600" smtClean="0"/>
              <a:t>6</a:t>
            </a:fld>
            <a:endParaRPr lang="en-US" sz="3600" dirty="0"/>
          </a:p>
        </p:txBody>
      </p:sp>
    </p:spTree>
    <p:extLst>
      <p:ext uri="{BB962C8B-B14F-4D97-AF65-F5344CB8AC3E}">
        <p14:creationId xmlns:p14="http://schemas.microsoft.com/office/powerpoint/2010/main" val="468176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F190D83-2719-BF50-5DAA-F20527D91EA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155E75A6-8062-F5D0-1DE7-E1DE423E064C}"/>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Paketų diagrama</a:t>
            </a:r>
            <a:endParaRPr lang="en-US" sz="5900" b="1" dirty="0">
              <a:latin typeface="Arial" panose="020B0604020202020204" pitchFamily="34" charset="0"/>
              <a:ea typeface="Inter" panose="020B05020300000000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D7FADA9B-E107-336F-75D1-DC4B8B0F1D6D}"/>
              </a:ext>
            </a:extLst>
          </p:cNvPr>
          <p:cNvPicPr>
            <a:picLocks noChangeAspect="1"/>
          </p:cNvPicPr>
          <p:nvPr/>
        </p:nvPicPr>
        <p:blipFill>
          <a:blip r:embed="rId3"/>
          <a:stretch>
            <a:fillRect/>
          </a:stretch>
        </p:blipFill>
        <p:spPr>
          <a:xfrm>
            <a:off x="170129" y="3826960"/>
            <a:ext cx="24042153" cy="8710480"/>
          </a:xfrm>
          <a:prstGeom prst="rect">
            <a:avLst/>
          </a:prstGeom>
        </p:spPr>
      </p:pic>
      <p:sp>
        <p:nvSpPr>
          <p:cNvPr id="2" name="Slide Number Placeholder 1">
            <a:extLst>
              <a:ext uri="{FF2B5EF4-FFF2-40B4-BE49-F238E27FC236}">
                <a16:creationId xmlns:a16="http://schemas.microsoft.com/office/drawing/2014/main" id="{BD24136D-1829-F662-B6D3-CA56F759F7F1}"/>
              </a:ext>
            </a:extLst>
          </p:cNvPr>
          <p:cNvSpPr>
            <a:spLocks noGrp="1"/>
          </p:cNvSpPr>
          <p:nvPr>
            <p:ph type="sldNum" sz="quarter" idx="12"/>
          </p:nvPr>
        </p:nvSpPr>
        <p:spPr/>
        <p:txBody>
          <a:bodyPr/>
          <a:lstStyle/>
          <a:p>
            <a:fld id="{29B01A02-16AD-7D4A-AF4C-AE522BCC74EA}" type="slidenum">
              <a:rPr lang="en-US" sz="3600" smtClean="0"/>
              <a:t>7</a:t>
            </a:fld>
            <a:endParaRPr lang="en-US" sz="3600" dirty="0"/>
          </a:p>
        </p:txBody>
      </p:sp>
    </p:spTree>
    <p:extLst>
      <p:ext uri="{BB962C8B-B14F-4D97-AF65-F5344CB8AC3E}">
        <p14:creationId xmlns:p14="http://schemas.microsoft.com/office/powerpoint/2010/main" val="647713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1F95C6F-0FA4-E0AB-1B57-0D3D7AEF99E0}"/>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151B0F37-53EA-F16E-EE64-D4068131A6BB}"/>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Serverinės dalies klasių diagrama</a:t>
            </a:r>
            <a:endParaRPr lang="en-US" sz="5900" b="1" dirty="0">
              <a:latin typeface="Arial" panose="020B0604020202020204" pitchFamily="34" charset="0"/>
              <a:ea typeface="Inter" panose="020B0502030000000004" pitchFamily="34" charset="0"/>
              <a:cs typeface="Arial" panose="020B0604020202020204" pitchFamily="34" charset="0"/>
            </a:endParaRPr>
          </a:p>
        </p:txBody>
      </p:sp>
      <p:pic>
        <p:nvPicPr>
          <p:cNvPr id="7" name="Picture 6">
            <a:extLst>
              <a:ext uri="{FF2B5EF4-FFF2-40B4-BE49-F238E27FC236}">
                <a16:creationId xmlns:a16="http://schemas.microsoft.com/office/drawing/2014/main" id="{A29A9DA9-9F9B-CD27-E0DC-E4E6C3CBCCEC}"/>
              </a:ext>
            </a:extLst>
          </p:cNvPr>
          <p:cNvPicPr>
            <a:picLocks noChangeAspect="1"/>
          </p:cNvPicPr>
          <p:nvPr/>
        </p:nvPicPr>
        <p:blipFill>
          <a:blip r:embed="rId3"/>
          <a:stretch>
            <a:fillRect/>
          </a:stretch>
        </p:blipFill>
        <p:spPr>
          <a:xfrm>
            <a:off x="5211257" y="2872662"/>
            <a:ext cx="13959897" cy="10665481"/>
          </a:xfrm>
          <a:prstGeom prst="rect">
            <a:avLst/>
          </a:prstGeom>
        </p:spPr>
      </p:pic>
      <p:sp>
        <p:nvSpPr>
          <p:cNvPr id="2" name="Slide Number Placeholder 1">
            <a:extLst>
              <a:ext uri="{FF2B5EF4-FFF2-40B4-BE49-F238E27FC236}">
                <a16:creationId xmlns:a16="http://schemas.microsoft.com/office/drawing/2014/main" id="{305DD476-000E-C2FB-F5AC-72C719944CA9}"/>
              </a:ext>
            </a:extLst>
          </p:cNvPr>
          <p:cNvSpPr>
            <a:spLocks noGrp="1"/>
          </p:cNvSpPr>
          <p:nvPr>
            <p:ph type="sldNum" sz="quarter" idx="12"/>
          </p:nvPr>
        </p:nvSpPr>
        <p:spPr/>
        <p:txBody>
          <a:bodyPr/>
          <a:lstStyle/>
          <a:p>
            <a:fld id="{29B01A02-16AD-7D4A-AF4C-AE522BCC74EA}" type="slidenum">
              <a:rPr lang="en-US" smtClean="0"/>
              <a:t>8</a:t>
            </a:fld>
            <a:endParaRPr lang="en-US"/>
          </a:p>
        </p:txBody>
      </p:sp>
    </p:spTree>
    <p:extLst>
      <p:ext uri="{BB962C8B-B14F-4D97-AF65-F5344CB8AC3E}">
        <p14:creationId xmlns:p14="http://schemas.microsoft.com/office/powerpoint/2010/main" val="843184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5364D35-428B-824B-DE71-AD81FC3BCBEF}"/>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9446104-0119-10AC-3128-E1995830C28B}"/>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Sekų diagrama – Book equipment</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EC364E03-B956-9112-E63A-641B8B88795C}"/>
              </a:ext>
            </a:extLst>
          </p:cNvPr>
          <p:cNvSpPr>
            <a:spLocks noGrp="1"/>
          </p:cNvSpPr>
          <p:nvPr>
            <p:ph type="sldNum" sz="quarter" idx="12"/>
          </p:nvPr>
        </p:nvSpPr>
        <p:spPr/>
        <p:txBody>
          <a:bodyPr/>
          <a:lstStyle/>
          <a:p>
            <a:r>
              <a:rPr lang="lt-LT" sz="3600" dirty="0"/>
              <a:t>8</a:t>
            </a:r>
            <a:endParaRPr lang="en-US" dirty="0"/>
          </a:p>
        </p:txBody>
      </p:sp>
      <p:pic>
        <p:nvPicPr>
          <p:cNvPr id="4" name="Picture 3">
            <a:extLst>
              <a:ext uri="{FF2B5EF4-FFF2-40B4-BE49-F238E27FC236}">
                <a16:creationId xmlns:a16="http://schemas.microsoft.com/office/drawing/2014/main" id="{CB02CAB4-40F6-E2DD-2087-6E669069047E}"/>
              </a:ext>
            </a:extLst>
          </p:cNvPr>
          <p:cNvPicPr>
            <a:picLocks noChangeAspect="1"/>
          </p:cNvPicPr>
          <p:nvPr/>
        </p:nvPicPr>
        <p:blipFill>
          <a:blip r:embed="rId3"/>
          <a:stretch>
            <a:fillRect/>
          </a:stretch>
        </p:blipFill>
        <p:spPr>
          <a:xfrm>
            <a:off x="3631216" y="1990221"/>
            <a:ext cx="16156969" cy="11725779"/>
          </a:xfrm>
          <a:prstGeom prst="rect">
            <a:avLst/>
          </a:prstGeom>
        </p:spPr>
      </p:pic>
    </p:spTree>
    <p:extLst>
      <p:ext uri="{BB962C8B-B14F-4D97-AF65-F5344CB8AC3E}">
        <p14:creationId xmlns:p14="http://schemas.microsoft.com/office/powerpoint/2010/main" val="933262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0422217-42FE-3E66-BD1D-7FB9F5EE19E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63911A1-8ECD-EEA0-6DA8-79FF0F4C2066}"/>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Sekų diagrama – sukurti įrangą</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AAB04D49-1CC6-CD90-1D51-D3A1FB0DE0FC}"/>
              </a:ext>
            </a:extLst>
          </p:cNvPr>
          <p:cNvSpPr>
            <a:spLocks noGrp="1"/>
          </p:cNvSpPr>
          <p:nvPr>
            <p:ph type="sldNum" sz="quarter" idx="12"/>
          </p:nvPr>
        </p:nvSpPr>
        <p:spPr/>
        <p:txBody>
          <a:bodyPr/>
          <a:lstStyle/>
          <a:p>
            <a:r>
              <a:rPr lang="lt-LT" sz="3600" dirty="0"/>
              <a:t>9</a:t>
            </a:r>
            <a:endParaRPr lang="en-US" dirty="0"/>
          </a:p>
        </p:txBody>
      </p:sp>
      <p:pic>
        <p:nvPicPr>
          <p:cNvPr id="7" name="Picture 6">
            <a:extLst>
              <a:ext uri="{FF2B5EF4-FFF2-40B4-BE49-F238E27FC236}">
                <a16:creationId xmlns:a16="http://schemas.microsoft.com/office/drawing/2014/main" id="{CC7156D8-51C0-5022-E408-4EF5D49BD439}"/>
              </a:ext>
            </a:extLst>
          </p:cNvPr>
          <p:cNvPicPr>
            <a:picLocks noChangeAspect="1"/>
          </p:cNvPicPr>
          <p:nvPr/>
        </p:nvPicPr>
        <p:blipFill>
          <a:blip r:embed="rId4"/>
          <a:stretch>
            <a:fillRect/>
          </a:stretch>
        </p:blipFill>
        <p:spPr>
          <a:xfrm>
            <a:off x="4620295" y="1974225"/>
            <a:ext cx="15141822" cy="11741775"/>
          </a:xfrm>
          <a:prstGeom prst="rect">
            <a:avLst/>
          </a:prstGeom>
        </p:spPr>
      </p:pic>
    </p:spTree>
    <p:extLst>
      <p:ext uri="{BB962C8B-B14F-4D97-AF65-F5344CB8AC3E}">
        <p14:creationId xmlns:p14="http://schemas.microsoft.com/office/powerpoint/2010/main" val="897796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1A77D7B-B3B5-0BEC-15CD-51819927554C}"/>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1E57A983-EB20-6E70-D729-D19F80C6AA3F}"/>
              </a:ext>
            </a:extLst>
          </p:cNvPr>
          <p:cNvSpPr>
            <a:spLocks noGrp="1"/>
          </p:cNvSpPr>
          <p:nvPr>
            <p:ph type="title"/>
          </p:nvPr>
        </p:nvSpPr>
        <p:spPr>
          <a:xfrm>
            <a:off x="3631216" y="269297"/>
            <a:ext cx="21029831"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Panaudojimo atvejų diagrama</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83CCAD05-832E-6C65-6E5E-C9A7C4032CFA}"/>
              </a:ext>
            </a:extLst>
          </p:cNvPr>
          <p:cNvSpPr>
            <a:spLocks noGrp="1"/>
          </p:cNvSpPr>
          <p:nvPr>
            <p:ph type="sldNum" sz="quarter" idx="12"/>
          </p:nvPr>
        </p:nvSpPr>
        <p:spPr>
          <a:xfrm>
            <a:off x="15067429" y="1229735"/>
            <a:ext cx="5486043" cy="730250"/>
          </a:xfrm>
        </p:spPr>
        <p:txBody>
          <a:bodyPr/>
          <a:lstStyle/>
          <a:p>
            <a:r>
              <a:rPr lang="lt-LT" sz="3600" dirty="0"/>
              <a:t>10</a:t>
            </a:r>
          </a:p>
        </p:txBody>
      </p:sp>
      <p:pic>
        <p:nvPicPr>
          <p:cNvPr id="8" name="Picture 7">
            <a:extLst>
              <a:ext uri="{FF2B5EF4-FFF2-40B4-BE49-F238E27FC236}">
                <a16:creationId xmlns:a16="http://schemas.microsoft.com/office/drawing/2014/main" id="{93B74C95-9427-86CD-8C10-E2F30E2A782C}"/>
              </a:ext>
            </a:extLst>
          </p:cNvPr>
          <p:cNvPicPr>
            <a:picLocks noChangeAspect="1"/>
          </p:cNvPicPr>
          <p:nvPr/>
        </p:nvPicPr>
        <p:blipFill>
          <a:blip r:embed="rId3"/>
          <a:stretch>
            <a:fillRect/>
          </a:stretch>
        </p:blipFill>
        <p:spPr>
          <a:xfrm>
            <a:off x="1676290" y="2175553"/>
            <a:ext cx="21029831" cy="11411536"/>
          </a:xfrm>
          <a:prstGeom prst="rect">
            <a:avLst/>
          </a:prstGeom>
        </p:spPr>
      </p:pic>
    </p:spTree>
    <p:extLst>
      <p:ext uri="{BB962C8B-B14F-4D97-AF65-F5344CB8AC3E}">
        <p14:creationId xmlns:p14="http://schemas.microsoft.com/office/powerpoint/2010/main" val="2009668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0F2B085-A039-BC41-8AB9-1DFB69B06CAD}"/>
              </a:ext>
            </a:extLst>
          </p:cNvPr>
          <p:cNvSpPr>
            <a:spLocks noGrp="1"/>
          </p:cNvSpPr>
          <p:nvPr>
            <p:ph type="title"/>
          </p:nvPr>
        </p:nvSpPr>
        <p:spPr>
          <a:xfrm>
            <a:off x="3631216" y="269297"/>
            <a:ext cx="14904434" cy="2651126"/>
          </a:xfrm>
        </p:spPr>
        <p:txBody>
          <a:bodyPr>
            <a:normAutofit/>
          </a:bodyPr>
          <a:lstStyle/>
          <a:p>
            <a:r>
              <a:rPr lang="lt-LT" sz="6000" b="1" dirty="0">
                <a:latin typeface="Arial" panose="020B0604020202020204" pitchFamily="34" charset="0"/>
                <a:cs typeface="Arial" panose="020B0604020202020204" pitchFamily="34" charset="0"/>
              </a:rPr>
              <a:t>Duomenų bazės esybių-ryšių modelis</a:t>
            </a:r>
          </a:p>
        </p:txBody>
      </p:sp>
      <p:pic>
        <p:nvPicPr>
          <p:cNvPr id="3" name="Picture 2">
            <a:extLst>
              <a:ext uri="{FF2B5EF4-FFF2-40B4-BE49-F238E27FC236}">
                <a16:creationId xmlns:a16="http://schemas.microsoft.com/office/drawing/2014/main" id="{54AEE9AD-9034-E36B-0CC3-8FDA76C9139E}"/>
              </a:ext>
            </a:extLst>
          </p:cNvPr>
          <p:cNvPicPr>
            <a:picLocks noChangeAspect="1"/>
          </p:cNvPicPr>
          <p:nvPr/>
        </p:nvPicPr>
        <p:blipFill>
          <a:blip r:embed="rId4"/>
          <a:stretch>
            <a:fillRect/>
          </a:stretch>
        </p:blipFill>
        <p:spPr>
          <a:xfrm>
            <a:off x="2626771" y="3094143"/>
            <a:ext cx="19128870" cy="10621857"/>
          </a:xfrm>
          <a:prstGeom prst="rect">
            <a:avLst/>
          </a:prstGeom>
        </p:spPr>
      </p:pic>
      <p:sp>
        <p:nvSpPr>
          <p:cNvPr id="2" name="Slide Number Placeholder 1">
            <a:extLst>
              <a:ext uri="{FF2B5EF4-FFF2-40B4-BE49-F238E27FC236}">
                <a16:creationId xmlns:a16="http://schemas.microsoft.com/office/drawing/2014/main" id="{A5B559B8-0E9B-A983-C6D9-901595478C41}"/>
              </a:ext>
            </a:extLst>
          </p:cNvPr>
          <p:cNvSpPr>
            <a:spLocks noGrp="1"/>
          </p:cNvSpPr>
          <p:nvPr>
            <p:ph type="sldNum" sz="quarter" idx="12"/>
          </p:nvPr>
        </p:nvSpPr>
        <p:spPr/>
        <p:txBody>
          <a:bodyPr/>
          <a:lstStyle/>
          <a:p>
            <a:r>
              <a:rPr lang="lt-LT" sz="3600" dirty="0"/>
              <a:t>11</a:t>
            </a:r>
            <a:endParaRPr lang="en-US" sz="3600" dirty="0"/>
          </a:p>
        </p:txBody>
      </p:sp>
    </p:spTree>
    <p:extLst>
      <p:ext uri="{BB962C8B-B14F-4D97-AF65-F5344CB8AC3E}">
        <p14:creationId xmlns:p14="http://schemas.microsoft.com/office/powerpoint/2010/main" val="1504982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421F496-A378-6480-7F3F-1A8988153AF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7146C1-B33E-3ECF-FE34-21D988954AE3}"/>
              </a:ext>
            </a:extLst>
          </p:cNvPr>
          <p:cNvSpPr>
            <a:spLocks noGrp="1"/>
          </p:cNvSpPr>
          <p:nvPr>
            <p:ph type="title"/>
          </p:nvPr>
        </p:nvSpPr>
        <p:spPr>
          <a:xfrm>
            <a:off x="3631216" y="269297"/>
            <a:ext cx="14904434" cy="2651126"/>
          </a:xfrm>
        </p:spPr>
        <p:txBody>
          <a:bodyPr>
            <a:normAutofit/>
          </a:bodyPr>
          <a:lstStyle/>
          <a:p>
            <a:r>
              <a:rPr lang="lt-LT" sz="6000" b="1" dirty="0">
                <a:latin typeface="Arial" panose="020B0604020202020204" pitchFamily="34" charset="0"/>
                <a:cs typeface="Arial" panose="020B0604020202020204" pitchFamily="34" charset="0"/>
              </a:rPr>
              <a:t>Duomenų bazės modelis</a:t>
            </a:r>
          </a:p>
        </p:txBody>
      </p:sp>
      <p:sp>
        <p:nvSpPr>
          <p:cNvPr id="2" name="Slide Number Placeholder 1">
            <a:extLst>
              <a:ext uri="{FF2B5EF4-FFF2-40B4-BE49-F238E27FC236}">
                <a16:creationId xmlns:a16="http://schemas.microsoft.com/office/drawing/2014/main" id="{E797DF00-D812-3E5E-C0D4-B596949781D4}"/>
              </a:ext>
            </a:extLst>
          </p:cNvPr>
          <p:cNvSpPr>
            <a:spLocks noGrp="1"/>
          </p:cNvSpPr>
          <p:nvPr>
            <p:ph type="sldNum" sz="quarter" idx="12"/>
          </p:nvPr>
        </p:nvSpPr>
        <p:spPr>
          <a:xfrm>
            <a:off x="15183498" y="1229735"/>
            <a:ext cx="5486043" cy="730250"/>
          </a:xfrm>
        </p:spPr>
        <p:txBody>
          <a:bodyPr/>
          <a:lstStyle/>
          <a:p>
            <a:r>
              <a:rPr lang="lt-LT" sz="3600" dirty="0"/>
              <a:t>12</a:t>
            </a:r>
          </a:p>
        </p:txBody>
      </p:sp>
      <p:pic>
        <p:nvPicPr>
          <p:cNvPr id="10" name="Picture 9">
            <a:extLst>
              <a:ext uri="{FF2B5EF4-FFF2-40B4-BE49-F238E27FC236}">
                <a16:creationId xmlns:a16="http://schemas.microsoft.com/office/drawing/2014/main" id="{74E003CF-1784-D1FA-4E4E-C208B0D26723}"/>
              </a:ext>
            </a:extLst>
          </p:cNvPr>
          <p:cNvPicPr>
            <a:picLocks noChangeAspect="1"/>
          </p:cNvPicPr>
          <p:nvPr/>
        </p:nvPicPr>
        <p:blipFill>
          <a:blip r:embed="rId4"/>
          <a:stretch>
            <a:fillRect/>
          </a:stretch>
        </p:blipFill>
        <p:spPr>
          <a:xfrm>
            <a:off x="680887" y="3200400"/>
            <a:ext cx="23020637" cy="10515600"/>
          </a:xfrm>
          <a:prstGeom prst="rect">
            <a:avLst/>
          </a:prstGeom>
        </p:spPr>
      </p:pic>
    </p:spTree>
    <p:extLst>
      <p:ext uri="{BB962C8B-B14F-4D97-AF65-F5344CB8AC3E}">
        <p14:creationId xmlns:p14="http://schemas.microsoft.com/office/powerpoint/2010/main" val="46777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4622C24-B3D5-4DDF-CB55-14435A8876D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6EFC3D0-032B-B51F-E9B1-13EC501D495C}"/>
              </a:ext>
            </a:extLst>
          </p:cNvPr>
          <p:cNvSpPr>
            <a:spLocks noGrp="1"/>
          </p:cNvSpPr>
          <p:nvPr>
            <p:ph type="title"/>
          </p:nvPr>
        </p:nvSpPr>
        <p:spPr>
          <a:xfrm>
            <a:off x="3631216" y="269297"/>
            <a:ext cx="12470175"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Diegimo diagrama</a:t>
            </a:r>
            <a:endParaRPr lang="en-US" sz="5900" b="1" dirty="0">
              <a:latin typeface="Arial" panose="020B0604020202020204" pitchFamily="34" charset="0"/>
              <a:ea typeface="Inter" panose="020B0502030000000004" pitchFamily="34" charset="0"/>
              <a:cs typeface="Arial" panose="020B0604020202020204" pitchFamily="34" charset="0"/>
            </a:endParaRPr>
          </a:p>
        </p:txBody>
      </p:sp>
      <p:pic>
        <p:nvPicPr>
          <p:cNvPr id="4" name="Picture 3">
            <a:extLst>
              <a:ext uri="{FF2B5EF4-FFF2-40B4-BE49-F238E27FC236}">
                <a16:creationId xmlns:a16="http://schemas.microsoft.com/office/drawing/2014/main" id="{9C860D56-69A0-3714-8A16-E41614D0F641}"/>
              </a:ext>
            </a:extLst>
          </p:cNvPr>
          <p:cNvPicPr>
            <a:picLocks noChangeAspect="1"/>
          </p:cNvPicPr>
          <p:nvPr/>
        </p:nvPicPr>
        <p:blipFill>
          <a:blip r:embed="rId4"/>
          <a:stretch>
            <a:fillRect/>
          </a:stretch>
        </p:blipFill>
        <p:spPr>
          <a:xfrm>
            <a:off x="3017377" y="3745004"/>
            <a:ext cx="18347658" cy="8866095"/>
          </a:xfrm>
          <a:prstGeom prst="rect">
            <a:avLst/>
          </a:prstGeom>
        </p:spPr>
      </p:pic>
      <p:sp>
        <p:nvSpPr>
          <p:cNvPr id="2" name="Slide Number Placeholder 1">
            <a:extLst>
              <a:ext uri="{FF2B5EF4-FFF2-40B4-BE49-F238E27FC236}">
                <a16:creationId xmlns:a16="http://schemas.microsoft.com/office/drawing/2014/main" id="{B4C5E6BE-83E2-6C07-A654-B953AB5D7BBD}"/>
              </a:ext>
            </a:extLst>
          </p:cNvPr>
          <p:cNvSpPr>
            <a:spLocks noGrp="1"/>
          </p:cNvSpPr>
          <p:nvPr>
            <p:ph type="sldNum" sz="quarter" idx="12"/>
          </p:nvPr>
        </p:nvSpPr>
        <p:spPr/>
        <p:txBody>
          <a:bodyPr/>
          <a:lstStyle/>
          <a:p>
            <a:r>
              <a:rPr lang="lt-LT" sz="3600" dirty="0"/>
              <a:t>13</a:t>
            </a:r>
          </a:p>
        </p:txBody>
      </p:sp>
    </p:spTree>
    <p:extLst>
      <p:ext uri="{BB962C8B-B14F-4D97-AF65-F5344CB8AC3E}">
        <p14:creationId xmlns:p14="http://schemas.microsoft.com/office/powerpoint/2010/main" val="2146565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4913A8E-71F2-11FC-25B7-9685A084F4B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E86FFA2-2222-9224-12C6-87DE242CA17D}"/>
              </a:ext>
            </a:extLst>
          </p:cNvPr>
          <p:cNvSpPr>
            <a:spLocks noGrp="1"/>
          </p:cNvSpPr>
          <p:nvPr>
            <p:ph type="title"/>
          </p:nvPr>
        </p:nvSpPr>
        <p:spPr>
          <a:xfrm>
            <a:off x="3631216" y="269297"/>
            <a:ext cx="12470175"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Testavimo strategija</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4" name="TextBox 3">
            <a:extLst>
              <a:ext uri="{FF2B5EF4-FFF2-40B4-BE49-F238E27FC236}">
                <a16:creationId xmlns:a16="http://schemas.microsoft.com/office/drawing/2014/main" id="{2C2714BD-02FF-B945-990E-E6BF883F9517}"/>
              </a:ext>
            </a:extLst>
          </p:cNvPr>
          <p:cNvSpPr txBox="1"/>
          <p:nvPr/>
        </p:nvSpPr>
        <p:spPr>
          <a:xfrm>
            <a:off x="2847159" y="5657671"/>
            <a:ext cx="9105179" cy="1200329"/>
          </a:xfrm>
          <a:prstGeom prst="rect">
            <a:avLst/>
          </a:prstGeom>
          <a:noFill/>
        </p:spPr>
        <p:txBody>
          <a:bodyPr wrap="square">
            <a:spAutoFit/>
          </a:bodyPr>
          <a:lstStyle/>
          <a:p>
            <a:r>
              <a:rPr lang="lt-LT" noProof="0" dirty="0"/>
              <a:t>Testų kiekis – 2</a:t>
            </a:r>
            <a:r>
              <a:rPr lang="lt-LT" dirty="0"/>
              <a:t>83</a:t>
            </a:r>
          </a:p>
          <a:p>
            <a:r>
              <a:rPr lang="lt-LT" dirty="0"/>
              <a:t>Naudotas t</a:t>
            </a:r>
            <a:r>
              <a:rPr lang="lt-LT" noProof="0" dirty="0"/>
              <a:t>estavimo įrankis – xUnit biblioteka</a:t>
            </a:r>
          </a:p>
        </p:txBody>
      </p:sp>
      <p:sp>
        <p:nvSpPr>
          <p:cNvPr id="7" name="TextBox 6">
            <a:extLst>
              <a:ext uri="{FF2B5EF4-FFF2-40B4-BE49-F238E27FC236}">
                <a16:creationId xmlns:a16="http://schemas.microsoft.com/office/drawing/2014/main" id="{BEA04E80-22B6-9A22-1F66-B677C04B0A6C}"/>
              </a:ext>
            </a:extLst>
          </p:cNvPr>
          <p:cNvSpPr txBox="1"/>
          <p:nvPr/>
        </p:nvSpPr>
        <p:spPr>
          <a:xfrm>
            <a:off x="2847159" y="5060186"/>
            <a:ext cx="3589093" cy="707886"/>
          </a:xfrm>
          <a:prstGeom prst="rect">
            <a:avLst/>
          </a:prstGeom>
          <a:noFill/>
        </p:spPr>
        <p:txBody>
          <a:bodyPr wrap="square">
            <a:spAutoFit/>
          </a:bodyPr>
          <a:lstStyle/>
          <a:p>
            <a:r>
              <a:rPr lang="lt-LT" sz="4000" b="1" noProof="0" dirty="0"/>
              <a:t>Vienetų testai</a:t>
            </a:r>
          </a:p>
        </p:txBody>
      </p:sp>
      <p:sp>
        <p:nvSpPr>
          <p:cNvPr id="9" name="TextBox 8">
            <a:extLst>
              <a:ext uri="{FF2B5EF4-FFF2-40B4-BE49-F238E27FC236}">
                <a16:creationId xmlns:a16="http://schemas.microsoft.com/office/drawing/2014/main" id="{A0C9775E-66FC-2366-8E9F-EC74C615AACC}"/>
              </a:ext>
            </a:extLst>
          </p:cNvPr>
          <p:cNvSpPr txBox="1"/>
          <p:nvPr/>
        </p:nvSpPr>
        <p:spPr>
          <a:xfrm>
            <a:off x="6436252" y="8940814"/>
            <a:ext cx="12188952" cy="2308324"/>
          </a:xfrm>
          <a:prstGeom prst="rect">
            <a:avLst/>
          </a:prstGeom>
          <a:noFill/>
        </p:spPr>
        <p:txBody>
          <a:bodyPr wrap="square">
            <a:spAutoFit/>
          </a:bodyPr>
          <a:lstStyle/>
          <a:p>
            <a:r>
              <a:rPr lang="lt-LT" noProof="0" dirty="0"/>
              <a:t>Tikslas - </a:t>
            </a:r>
            <a:r>
              <a:rPr lang="lt-LT" sz="3600" noProof="0" dirty="0">
                <a:effectLst/>
                <a:latin typeface="Times New Roman" panose="02020603050405020304" pitchFamily="18" charset="0"/>
                <a:ea typeface="Calibri" panose="020F0502020204030204" pitchFamily="34" charset="0"/>
              </a:rPr>
              <a:t>Serverinės dalies metodai turi būti padengti bent 85% vienetų testais, turi būti padengta bent </a:t>
            </a:r>
            <a:r>
              <a:rPr lang="lt-LT" dirty="0">
                <a:latin typeface="Times New Roman" panose="02020603050405020304" pitchFamily="18" charset="0"/>
                <a:ea typeface="Calibri" panose="020F0502020204030204" pitchFamily="34" charset="0"/>
              </a:rPr>
              <a:t>70% bendrų eilučių</a:t>
            </a:r>
            <a:endParaRPr lang="lt-LT" sz="3600" noProof="0" dirty="0">
              <a:effectLst/>
              <a:latin typeface="Times New Roman" panose="02020603050405020304" pitchFamily="18" charset="0"/>
              <a:ea typeface="Calibri" panose="020F0502020204030204" pitchFamily="34" charset="0"/>
            </a:endParaRPr>
          </a:p>
          <a:p>
            <a:r>
              <a:rPr lang="lt-LT" sz="3600" noProof="0" dirty="0">
                <a:effectLst/>
                <a:latin typeface="Times New Roman" panose="02020603050405020304" pitchFamily="18" charset="0"/>
                <a:ea typeface="Calibri" panose="020F0502020204030204" pitchFamily="34" charset="0"/>
              </a:rPr>
              <a:t>Padengta </a:t>
            </a:r>
            <a:r>
              <a:rPr lang="lt-LT" dirty="0">
                <a:latin typeface="Times New Roman" panose="02020603050405020304" pitchFamily="18" charset="0"/>
                <a:ea typeface="Calibri" panose="020F0502020204030204" pitchFamily="34" charset="0"/>
              </a:rPr>
              <a:t>-</a:t>
            </a:r>
            <a:r>
              <a:rPr lang="lt-LT" sz="3600" noProof="0" dirty="0">
                <a:effectLst/>
                <a:latin typeface="Times New Roman" panose="02020603050405020304" pitchFamily="18" charset="0"/>
                <a:ea typeface="Calibri" panose="020F0502020204030204" pitchFamily="34" charset="0"/>
              </a:rPr>
              <a:t> </a:t>
            </a:r>
            <a:r>
              <a:rPr lang="lt-LT" dirty="0">
                <a:latin typeface="Times New Roman" panose="02020603050405020304" pitchFamily="18" charset="0"/>
                <a:ea typeface="Calibri" panose="020F0502020204030204" pitchFamily="34" charset="0"/>
              </a:rPr>
              <a:t>91</a:t>
            </a:r>
            <a:r>
              <a:rPr lang="lt-LT" sz="3600" noProof="0" dirty="0">
                <a:effectLst/>
                <a:latin typeface="Times New Roman" panose="02020603050405020304" pitchFamily="18" charset="0"/>
                <a:ea typeface="Calibri" panose="020F0502020204030204" pitchFamily="34" charset="0"/>
              </a:rPr>
              <a:t>% serverio dalies metodai</a:t>
            </a:r>
          </a:p>
          <a:p>
            <a:r>
              <a:rPr lang="lt-LT" sz="3600" noProof="0" dirty="0">
                <a:effectLst/>
                <a:latin typeface="Times New Roman" panose="02020603050405020304" pitchFamily="18" charset="0"/>
                <a:ea typeface="Calibri" panose="020F0502020204030204" pitchFamily="34" charset="0"/>
              </a:rPr>
              <a:t>Padengta – 7</a:t>
            </a:r>
            <a:r>
              <a:rPr lang="lt-LT" dirty="0">
                <a:latin typeface="Times New Roman" panose="02020603050405020304" pitchFamily="18" charset="0"/>
                <a:ea typeface="Calibri" panose="020F0502020204030204" pitchFamily="34" charset="0"/>
              </a:rPr>
              <a:t>7,9</a:t>
            </a:r>
            <a:r>
              <a:rPr lang="lt-LT" sz="3600" noProof="0" dirty="0">
                <a:effectLst/>
                <a:latin typeface="Times New Roman" panose="02020603050405020304" pitchFamily="18" charset="0"/>
                <a:ea typeface="Calibri" panose="020F0502020204030204" pitchFamily="34" charset="0"/>
              </a:rPr>
              <a:t>% serverio dalies eilučių</a:t>
            </a:r>
          </a:p>
        </p:txBody>
      </p:sp>
      <p:sp>
        <p:nvSpPr>
          <p:cNvPr id="11" name="TextBox 10">
            <a:extLst>
              <a:ext uri="{FF2B5EF4-FFF2-40B4-BE49-F238E27FC236}">
                <a16:creationId xmlns:a16="http://schemas.microsoft.com/office/drawing/2014/main" id="{A42EDD9E-B122-7D30-DC31-28802F00469C}"/>
              </a:ext>
            </a:extLst>
          </p:cNvPr>
          <p:cNvSpPr txBox="1"/>
          <p:nvPr/>
        </p:nvSpPr>
        <p:spPr>
          <a:xfrm>
            <a:off x="6436252" y="8292465"/>
            <a:ext cx="12188952" cy="707886"/>
          </a:xfrm>
          <a:prstGeom prst="rect">
            <a:avLst/>
          </a:prstGeom>
          <a:noFill/>
        </p:spPr>
        <p:txBody>
          <a:bodyPr wrap="square">
            <a:spAutoFit/>
          </a:bodyPr>
          <a:lstStyle/>
          <a:p>
            <a:r>
              <a:rPr lang="lt-LT" sz="4000" b="1" noProof="0" dirty="0"/>
              <a:t>Padengiamumas</a:t>
            </a:r>
          </a:p>
        </p:txBody>
      </p:sp>
      <p:sp>
        <p:nvSpPr>
          <p:cNvPr id="12" name="TextBox 11">
            <a:extLst>
              <a:ext uri="{FF2B5EF4-FFF2-40B4-BE49-F238E27FC236}">
                <a16:creationId xmlns:a16="http://schemas.microsoft.com/office/drawing/2014/main" id="{B9BC5759-248F-FFAD-19C4-C7910B2AF8AC}"/>
              </a:ext>
            </a:extLst>
          </p:cNvPr>
          <p:cNvSpPr txBox="1"/>
          <p:nvPr/>
        </p:nvSpPr>
        <p:spPr>
          <a:xfrm>
            <a:off x="15808783" y="5240892"/>
            <a:ext cx="3589093" cy="707886"/>
          </a:xfrm>
          <a:prstGeom prst="rect">
            <a:avLst/>
          </a:prstGeom>
          <a:noFill/>
        </p:spPr>
        <p:txBody>
          <a:bodyPr wrap="square">
            <a:spAutoFit/>
          </a:bodyPr>
          <a:lstStyle/>
          <a:p>
            <a:r>
              <a:rPr lang="lt-LT" sz="4000" b="1" noProof="0" dirty="0"/>
              <a:t>Klientinė dalis</a:t>
            </a:r>
            <a:endParaRPr lang="lt-LT" sz="4000" b="1" dirty="0"/>
          </a:p>
        </p:txBody>
      </p:sp>
      <p:sp>
        <p:nvSpPr>
          <p:cNvPr id="14" name="TextBox 13">
            <a:extLst>
              <a:ext uri="{FF2B5EF4-FFF2-40B4-BE49-F238E27FC236}">
                <a16:creationId xmlns:a16="http://schemas.microsoft.com/office/drawing/2014/main" id="{36B33A02-B050-2E64-790D-CD2877CFEC2C}"/>
              </a:ext>
            </a:extLst>
          </p:cNvPr>
          <p:cNvSpPr txBox="1"/>
          <p:nvPr/>
        </p:nvSpPr>
        <p:spPr>
          <a:xfrm>
            <a:off x="13965776" y="6108430"/>
            <a:ext cx="9318856" cy="646331"/>
          </a:xfrm>
          <a:prstGeom prst="rect">
            <a:avLst/>
          </a:prstGeom>
          <a:noFill/>
        </p:spPr>
        <p:txBody>
          <a:bodyPr wrap="square">
            <a:spAutoFit/>
          </a:bodyPr>
          <a:lstStyle/>
          <a:p>
            <a:r>
              <a:rPr lang="lt-LT" dirty="0"/>
              <a:t>Klientinė dalis testuota ranka be įrankių pagalbos</a:t>
            </a:r>
            <a:endParaRPr lang="lt-LT" noProof="0" dirty="0"/>
          </a:p>
        </p:txBody>
      </p:sp>
      <p:sp>
        <p:nvSpPr>
          <p:cNvPr id="2" name="Slide Number Placeholder 1">
            <a:extLst>
              <a:ext uri="{FF2B5EF4-FFF2-40B4-BE49-F238E27FC236}">
                <a16:creationId xmlns:a16="http://schemas.microsoft.com/office/drawing/2014/main" id="{B11379C9-C1BD-3213-61A3-DF9DFE731048}"/>
              </a:ext>
            </a:extLst>
          </p:cNvPr>
          <p:cNvSpPr>
            <a:spLocks noGrp="1"/>
          </p:cNvSpPr>
          <p:nvPr>
            <p:ph type="sldNum" sz="quarter" idx="12"/>
          </p:nvPr>
        </p:nvSpPr>
        <p:spPr/>
        <p:txBody>
          <a:bodyPr/>
          <a:lstStyle/>
          <a:p>
            <a:r>
              <a:rPr lang="lt-LT" sz="3600" dirty="0"/>
              <a:t>14</a:t>
            </a:r>
            <a:endParaRPr lang="en-US" sz="3600" dirty="0"/>
          </a:p>
        </p:txBody>
      </p:sp>
    </p:spTree>
    <p:extLst>
      <p:ext uri="{BB962C8B-B14F-4D97-AF65-F5344CB8AC3E}">
        <p14:creationId xmlns:p14="http://schemas.microsoft.com/office/powerpoint/2010/main" val="1835407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EEC82E-8B8F-21AD-F81D-FD31D6985D6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E03D8E5-762B-6BE4-85E6-C8B8FB919445}"/>
              </a:ext>
            </a:extLst>
          </p:cNvPr>
          <p:cNvSpPr>
            <a:spLocks noGrp="1"/>
          </p:cNvSpPr>
          <p:nvPr>
            <p:ph type="title"/>
          </p:nvPr>
        </p:nvSpPr>
        <p:spPr>
          <a:xfrm>
            <a:off x="3631216" y="269297"/>
            <a:ext cx="12470175" cy="2651126"/>
          </a:xfrm>
        </p:spPr>
        <p:txBody>
          <a:bodyPr>
            <a:normAutofit/>
          </a:bodyPr>
          <a:lstStyle/>
          <a:p>
            <a:r>
              <a:rPr lang="lt-LT" sz="5900" b="1" dirty="0">
                <a:latin typeface="Arial" panose="020B0604020202020204" pitchFamily="34" charset="0"/>
                <a:ea typeface="Inter" panose="020B0502030000000004" pitchFamily="34" charset="0"/>
                <a:cs typeface="Arial" panose="020B0604020202020204" pitchFamily="34" charset="0"/>
              </a:rPr>
              <a:t>Išvados</a:t>
            </a:r>
            <a:endParaRPr lang="en-US" sz="5900" b="1" dirty="0">
              <a:latin typeface="Arial" panose="020B0604020202020204" pitchFamily="34" charset="0"/>
              <a:ea typeface="Inter" panose="020B0502030000000004" pitchFamily="34" charset="0"/>
              <a:cs typeface="Arial" panose="020B0604020202020204" pitchFamily="34" charset="0"/>
            </a:endParaRPr>
          </a:p>
        </p:txBody>
      </p:sp>
      <p:sp>
        <p:nvSpPr>
          <p:cNvPr id="4" name="TextBox 3">
            <a:extLst>
              <a:ext uri="{FF2B5EF4-FFF2-40B4-BE49-F238E27FC236}">
                <a16:creationId xmlns:a16="http://schemas.microsoft.com/office/drawing/2014/main" id="{B05B3DE5-290C-4AD4-07C3-8DB2EF9F94D3}"/>
              </a:ext>
            </a:extLst>
          </p:cNvPr>
          <p:cNvSpPr txBox="1"/>
          <p:nvPr/>
        </p:nvSpPr>
        <p:spPr>
          <a:xfrm>
            <a:off x="950976" y="3995678"/>
            <a:ext cx="21755146" cy="8956298"/>
          </a:xfrm>
          <a:prstGeom prst="rect">
            <a:avLst/>
          </a:prstGeom>
          <a:noFill/>
        </p:spPr>
        <p:txBody>
          <a:bodyPr wrap="square">
            <a:spAutoFit/>
          </a:bodyPr>
          <a:lstStyle/>
          <a:p>
            <a:pPr marL="742950" indent="-742950">
              <a:buFont typeface="+mj-lt"/>
              <a:buAutoNum type="arabicPeriod"/>
            </a:pPr>
            <a:r>
              <a:rPr lang="lt-LT" dirty="0"/>
              <a:t>Konkurentų analizės metu, nustatyta, jog esamos sistemos/alternatyvos suteikia tik komunikacijos galimybę tiesiogiai su savininku. Jos skirtos plačiajai auditorijai. Kurtas įrankis sprendžia problemą bei susistemizuoja rezervacijos procesą, leidžiantį įmonės/draugų rato asmenims lengviau ir su geresniu matomumu skolintis įrangą.</a:t>
            </a:r>
          </a:p>
          <a:p>
            <a:pPr marL="742950" indent="-742950">
              <a:buFont typeface="+mj-lt"/>
              <a:buAutoNum type="arabicPeriod"/>
            </a:pPr>
            <a:r>
              <a:rPr lang="lt-LT" dirty="0"/>
              <a:t>Sukurta sistema suprojektuota akcentuojant rezervacijos galimybę, paprastumą bei svarbiausia matomumą kitiems naudotojams. Naudotojo sąsaja projektuota pirmiausiai atsižvelgiant į mobiliąją aplikaciją.</a:t>
            </a:r>
          </a:p>
          <a:p>
            <a:pPr marL="742950" indent="-742950">
              <a:buFont typeface="+mj-lt"/>
              <a:buAutoNum type="arabicPeriod"/>
            </a:pPr>
            <a:r>
              <a:rPr lang="lt-LT" dirty="0"/>
              <a:t>Suprojektuota sistema naudotojo sąsajoje realizuota tiek naršyklėje, tiek dedikuotoje aplikacijoje, palengvinant koregavimus įrangos nuotraukoms. Palengvinti prisijungimą prie aplikacijos – pridėta galimybė prisijungti naudojant išorines paskyras (Gmail,Facebook,Microsoft)</a:t>
            </a:r>
          </a:p>
          <a:p>
            <a:pPr marL="742950" indent="-742950">
              <a:buFont typeface="+mj-lt"/>
              <a:buAutoNum type="arabicPeriod"/>
            </a:pPr>
            <a:r>
              <a:rPr lang="lt-LT" dirty="0"/>
              <a:t>Sistemos serverinė dalis patalpinta AWS debesijos paslaugose. Atskiriant duomenų bazę įprastiems duomenims ir papildoma talpykla paveikslėlių tipo failams. Naudotojo sąsajai galima aplikacija gali būti sudiegta Android/iOS įrenginiuose aplikaciją pasidalinus įmonės/draugų tarpe</a:t>
            </a:r>
          </a:p>
          <a:p>
            <a:pPr marL="742950" indent="-742950">
              <a:buFont typeface="+mj-lt"/>
              <a:buAutoNum type="arabicPeriod"/>
            </a:pPr>
            <a:r>
              <a:rPr lang="lt-LT" dirty="0"/>
              <a:t>Sukurtai platformai parašyta 256 vienetų testų padengti 75% serverinės dalies kodo eilučių, testuojant teigiamus bei neigiamus atsakymus iš kvietimų. Didesnį padengimą pasiekti yra nerealistiška, kadangi metodai naudoja išorinius autentifikacijos metodus, kurie neturi testinių variantų (Firebase, OAuth). Naudotojo sąsajai sukurtas naudotojo vadovas, nurodantis reikalingus veiksmus sistemoje iš savininko bei įprasto vartotojo pozicijos.</a:t>
            </a:r>
          </a:p>
        </p:txBody>
      </p:sp>
      <p:sp>
        <p:nvSpPr>
          <p:cNvPr id="2" name="Slide Number Placeholder 1">
            <a:extLst>
              <a:ext uri="{FF2B5EF4-FFF2-40B4-BE49-F238E27FC236}">
                <a16:creationId xmlns:a16="http://schemas.microsoft.com/office/drawing/2014/main" id="{BD4B563F-8760-FD72-3BE5-5B48CB825D18}"/>
              </a:ext>
            </a:extLst>
          </p:cNvPr>
          <p:cNvSpPr>
            <a:spLocks noGrp="1"/>
          </p:cNvSpPr>
          <p:nvPr>
            <p:ph type="sldNum" sz="quarter" idx="12"/>
          </p:nvPr>
        </p:nvSpPr>
        <p:spPr/>
        <p:txBody>
          <a:bodyPr/>
          <a:lstStyle/>
          <a:p>
            <a:r>
              <a:rPr lang="lt-LT" sz="3600" dirty="0"/>
              <a:t>15</a:t>
            </a:r>
            <a:endParaRPr lang="en-US" sz="3600" dirty="0"/>
          </a:p>
        </p:txBody>
      </p:sp>
    </p:spTree>
    <p:extLst>
      <p:ext uri="{BB962C8B-B14F-4D97-AF65-F5344CB8AC3E}">
        <p14:creationId xmlns:p14="http://schemas.microsoft.com/office/powerpoint/2010/main" val="5316355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16568</TotalTime>
  <Words>600</Words>
  <Application>Microsoft Office PowerPoint</Application>
  <PresentationFormat>Custom</PresentationFormat>
  <Paragraphs>127</Paragraphs>
  <Slides>16</Slides>
  <Notes>6</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pf_dintext_promedium</vt:lpstr>
      <vt:lpstr>Symbol</vt:lpstr>
      <vt:lpstr>Times New Roman</vt:lpstr>
      <vt:lpstr>Office Theme</vt:lpstr>
      <vt:lpstr>Laisvalaikio įrangos dalinimosi platforma</vt:lpstr>
      <vt:lpstr>Darbo tikslas ir uždaviniai</vt:lpstr>
      <vt:lpstr>Konkurentų analizė</vt:lpstr>
      <vt:lpstr>Projekto apimtis</vt:lpstr>
      <vt:lpstr>INFRASTRUKTŪRA</vt:lpstr>
      <vt:lpstr>Reikalavimai</vt:lpstr>
      <vt:lpstr>Paketų diagrama</vt:lpstr>
      <vt:lpstr>Serverinės dalies klasių diagrama</vt:lpstr>
      <vt:lpstr>Sekų diagrama – Book equipment</vt:lpstr>
      <vt:lpstr>Sekų diagrama – sukurti įrangą</vt:lpstr>
      <vt:lpstr>Panaudojimo atvejų diagrama</vt:lpstr>
      <vt:lpstr>Duomenų bazės esybių-ryšių modelis</vt:lpstr>
      <vt:lpstr>Duomenų bazės modelis</vt:lpstr>
      <vt:lpstr>Diegimo diagrama</vt:lpstr>
      <vt:lpstr>Testavimo strategija</vt:lpstr>
      <vt:lpstr>Išvados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KTU įvaizdinės skaidrės LT</dc:title>
  <dc:creator>vaiva.slederiene@ktu.lt</dc:creator>
  <cp:lastModifiedBy>Redas Niuklys</cp:lastModifiedBy>
  <cp:revision>36</cp:revision>
  <dcterms:created xsi:type="dcterms:W3CDTF">2023-08-25T07:38:03Z</dcterms:created>
  <dcterms:modified xsi:type="dcterms:W3CDTF">2026-05-14T07:06:21Z</dcterms:modified>
</cp:coreProperties>
</file>